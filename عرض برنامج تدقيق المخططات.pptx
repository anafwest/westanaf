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C18C"/>
    <a:srgbClr val="B42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74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عبدالله علي عيسى نافع" userId="81c3dffb-0dd5-4946-aef9-d9d4fbe960dd" providerId="ADAL" clId="{12CC6F11-FB40-4984-AA2E-2E3BA6721B96}"/>
    <pc:docChg chg="undo custSel modSld">
      <pc:chgData name="عبدالله علي عيسى نافع" userId="81c3dffb-0dd5-4946-aef9-d9d4fbe960dd" providerId="ADAL" clId="{12CC6F11-FB40-4984-AA2E-2E3BA6721B96}" dt="2026-05-21T11:09:21.766" v="581" actId="14100"/>
      <pc:docMkLst>
        <pc:docMk/>
      </pc:docMkLst>
      <pc:sldChg chg="delSp modSp mod">
        <pc:chgData name="عبدالله علي عيسى نافع" userId="81c3dffb-0dd5-4946-aef9-d9d4fbe960dd" providerId="ADAL" clId="{12CC6F11-FB40-4984-AA2E-2E3BA6721B96}" dt="2026-05-21T10:48:28.274" v="379" actId="1076"/>
        <pc:sldMkLst>
          <pc:docMk/>
          <pc:sldMk cId="0" sldId="256"/>
        </pc:sldMkLst>
        <pc:spChg chg="mod">
          <ac:chgData name="عبدالله علي عيسى نافع" userId="81c3dffb-0dd5-4946-aef9-d9d4fbe960dd" providerId="ADAL" clId="{12CC6F11-FB40-4984-AA2E-2E3BA6721B96}" dt="2026-05-21T10:48:13.360" v="37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7:39.356" v="372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46:47.768" v="355" actId="478"/>
          <ac:spMkLst>
            <pc:docMk/>
            <pc:sldMk cId="0" sldId="256"/>
            <ac:spMk id="2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2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8:28.274" v="379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3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4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4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6:55.056" v="150" actId="2711"/>
          <ac:spMkLst>
            <pc:docMk/>
            <pc:sldMk cId="0" sldId="256"/>
            <ac:spMk id="43" creationId="{00000000-0000-0000-0000-000000000000}"/>
          </ac:spMkLst>
        </pc:spChg>
        <pc:picChg chg="del mod">
          <ac:chgData name="عبدالله علي عيسى نافع" userId="81c3dffb-0dd5-4946-aef9-d9d4fbe960dd" providerId="ADAL" clId="{12CC6F11-FB40-4984-AA2E-2E3BA6721B96}" dt="2026-05-21T10:48:20.029" v="378" actId="478"/>
          <ac:picMkLst>
            <pc:docMk/>
            <pc:sldMk cId="0" sldId="256"/>
            <ac:picMk id="21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1:04:23.201" v="539" actId="20577"/>
        <pc:sldMkLst>
          <pc:docMk/>
          <pc:sldMk cId="0" sldId="257"/>
        </pc:sldMkLst>
        <pc:spChg chg="ord">
          <ac:chgData name="عبدالله علي عيسى نافع" userId="81c3dffb-0dd5-4946-aef9-d9d4fbe960dd" providerId="ADAL" clId="{12CC6F11-FB40-4984-AA2E-2E3BA6721B96}" dt="2026-05-21T10:30:40.815" v="174" actId="167"/>
          <ac:spMkLst>
            <pc:docMk/>
            <pc:sldMk cId="0" sldId="257"/>
            <ac:spMk id="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11.612" v="169" actId="20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2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2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3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3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25.404" v="162" actId="255"/>
          <ac:spMkLst>
            <pc:docMk/>
            <pc:sldMk cId="0" sldId="257"/>
            <ac:spMk id="3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13.103" v="171" actId="20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3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12.105" v="170" actId="20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3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3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3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3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8:09.748" v="157" actId="255"/>
          <ac:spMkLst>
            <pc:docMk/>
            <pc:sldMk cId="0" sldId="257"/>
            <ac:spMk id="4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4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4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4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8:09.748" v="157" actId="255"/>
          <ac:spMkLst>
            <pc:docMk/>
            <pc:sldMk cId="0" sldId="257"/>
            <ac:spMk id="4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4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4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7:49.173" v="155" actId="2711"/>
          <ac:spMkLst>
            <pc:docMk/>
            <pc:sldMk cId="0" sldId="257"/>
            <ac:spMk id="4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8:09.748" v="157" actId="255"/>
          <ac:spMkLst>
            <pc:docMk/>
            <pc:sldMk cId="0" sldId="257"/>
            <ac:spMk id="5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5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29:15.332" v="161" actId="255"/>
          <ac:spMkLst>
            <pc:docMk/>
            <pc:sldMk cId="0" sldId="257"/>
            <ac:spMk id="52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31:53.609" v="181" actId="478"/>
          <ac:spMkLst>
            <pc:docMk/>
            <pc:sldMk cId="0" sldId="257"/>
            <ac:spMk id="5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4:23.201" v="539" actId="20577"/>
          <ac:spMkLst>
            <pc:docMk/>
            <pc:sldMk cId="0" sldId="257"/>
            <ac:spMk id="54" creationId="{00000000-0000-0000-0000-000000000000}"/>
          </ac:spMkLst>
        </pc:spChg>
        <pc:picChg chg="del">
          <ac:chgData name="عبدالله علي عيسى نافع" userId="81c3dffb-0dd5-4946-aef9-d9d4fbe960dd" providerId="ADAL" clId="{12CC6F11-FB40-4984-AA2E-2E3BA6721B96}" dt="2026-05-21T10:37:00.311" v="245" actId="478"/>
          <ac:picMkLst>
            <pc:docMk/>
            <pc:sldMk cId="0" sldId="257"/>
            <ac:picMk id="21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1:09:21.766" v="581" actId="14100"/>
        <pc:sldMkLst>
          <pc:docMk/>
          <pc:sldMk cId="0" sldId="258"/>
        </pc:sldMkLst>
        <pc:spChg chg="mod">
          <ac:chgData name="عبدالله علي عيسى نافع" userId="81c3dffb-0dd5-4946-aef9-d9d4fbe960dd" providerId="ADAL" clId="{12CC6F11-FB40-4984-AA2E-2E3BA6721B96}" dt="2026-05-21T11:08:33.550" v="57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9:21.766" v="581" actId="1410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9:16.183" v="580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4:15.561" v="203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4:20.822" v="204" actId="255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34:29.583" v="206" actId="47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2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04.889" v="229" actId="11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8:31.994" v="571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2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14.610" v="231" actId="122"/>
          <ac:spMkLst>
            <pc:docMk/>
            <pc:sldMk cId="0" sldId="258"/>
            <ac:spMk id="2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3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3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3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9:01.763" v="577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3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24.687" v="235" actId="255"/>
          <ac:spMkLst>
            <pc:docMk/>
            <pc:sldMk cId="0" sldId="258"/>
            <ac:spMk id="3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35.626" v="173" actId="2711"/>
          <ac:spMkLst>
            <pc:docMk/>
            <pc:sldMk cId="0" sldId="258"/>
            <ac:spMk id="3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35.626" v="173" actId="2711"/>
          <ac:spMkLst>
            <pc:docMk/>
            <pc:sldMk cId="0" sldId="258"/>
            <ac:spMk id="3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35.626" v="173" actId="2711"/>
          <ac:spMkLst>
            <pc:docMk/>
            <pc:sldMk cId="0" sldId="258"/>
            <ac:spMk id="3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8:39.602" v="574" actId="25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0:27.156" v="172" actId="2711"/>
          <ac:spMkLst>
            <pc:docMk/>
            <pc:sldMk cId="0" sldId="258"/>
            <ac:spMk id="4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6:20.179" v="554" actId="103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9:13.428" v="579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6:58.735" v="556" actId="255"/>
          <ac:spMkLst>
            <pc:docMk/>
            <pc:sldMk cId="0" sldId="258"/>
            <ac:spMk id="4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7:05.810" v="557" actId="2711"/>
          <ac:spMkLst>
            <pc:docMk/>
            <pc:sldMk cId="0" sldId="258"/>
            <ac:spMk id="44" creationId="{00000000-0000-0000-0000-000000000000}"/>
          </ac:spMkLst>
        </pc:spChg>
        <pc:picChg chg="del mod">
          <ac:chgData name="عبدالله علي عيسى نافع" userId="81c3dffb-0dd5-4946-aef9-d9d4fbe960dd" providerId="ADAL" clId="{12CC6F11-FB40-4984-AA2E-2E3BA6721B96}" dt="2026-05-21T10:36:50.259" v="244" actId="478"/>
          <ac:picMkLst>
            <pc:docMk/>
            <pc:sldMk cId="0" sldId="258"/>
            <ac:picMk id="20" creationId="{00000000-0000-0000-0000-000000000000}"/>
          </ac:picMkLst>
        </pc:picChg>
        <pc:picChg chg="del">
          <ac:chgData name="عبدالله علي عيسى نافع" userId="81c3dffb-0dd5-4946-aef9-d9d4fbe960dd" providerId="ADAL" clId="{12CC6F11-FB40-4984-AA2E-2E3BA6721B96}" dt="2026-05-21T10:34:00.037" v="201" actId="478"/>
          <ac:picMkLst>
            <pc:docMk/>
            <pc:sldMk cId="0" sldId="258"/>
            <ac:picMk id="21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0:44:41.394" v="293" actId="255"/>
        <pc:sldMkLst>
          <pc:docMk/>
          <pc:sldMk cId="0" sldId="259"/>
        </pc:sldMkLst>
        <pc:spChg chg="mod">
          <ac:chgData name="عبدالله علي عيسى نافع" userId="81c3dffb-0dd5-4946-aef9-d9d4fbe960dd" providerId="ADAL" clId="{12CC6F11-FB40-4984-AA2E-2E3BA6721B96}" dt="2026-05-21T10:37:19.825" v="249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6:18.411" v="242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6:18.411" v="242" actId="1076"/>
          <ac:spMkLst>
            <pc:docMk/>
            <pc:sldMk cId="0" sldId="259"/>
            <ac:spMk id="4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4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4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6:30.099" v="243" actId="255"/>
          <ac:spMkLst>
            <pc:docMk/>
            <pc:sldMk cId="0" sldId="259"/>
            <ac:spMk id="4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4:11.378" v="287" actId="1076"/>
          <ac:spMkLst>
            <pc:docMk/>
            <pc:sldMk cId="0" sldId="259"/>
            <ac:spMk id="4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8:56.123" v="265" actId="1037"/>
          <ac:spMkLst>
            <pc:docMk/>
            <pc:sldMk cId="0" sldId="259"/>
            <ac:spMk id="4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3:34.863" v="278" actId="6549"/>
          <ac:spMkLst>
            <pc:docMk/>
            <pc:sldMk cId="0" sldId="259"/>
            <ac:spMk id="4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8:14.009" v="256" actId="255"/>
          <ac:spMkLst>
            <pc:docMk/>
            <pc:sldMk cId="0" sldId="259"/>
            <ac:spMk id="5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5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5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5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5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4:24.059" v="289" actId="255"/>
          <ac:spMkLst>
            <pc:docMk/>
            <pc:sldMk cId="0" sldId="259"/>
            <ac:spMk id="5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5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7:47.675" v="252" actId="255"/>
          <ac:spMkLst>
            <pc:docMk/>
            <pc:sldMk cId="0" sldId="259"/>
            <ac:spMk id="5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8:06.541" v="255" actId="255"/>
          <ac:spMkLst>
            <pc:docMk/>
            <pc:sldMk cId="0" sldId="259"/>
            <ac:spMk id="5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5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6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6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6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4:33.307" v="291" actId="255"/>
          <ac:spMkLst>
            <pc:docMk/>
            <pc:sldMk cId="0" sldId="259"/>
            <ac:spMk id="6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6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7:54.624" v="253" actId="255"/>
          <ac:spMkLst>
            <pc:docMk/>
            <pc:sldMk cId="0" sldId="259"/>
            <ac:spMk id="6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7:58.662" v="254" actId="255"/>
          <ac:spMkLst>
            <pc:docMk/>
            <pc:sldMk cId="0" sldId="259"/>
            <ac:spMk id="6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6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6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6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7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4:41.394" v="293" actId="255"/>
          <ac:spMkLst>
            <pc:docMk/>
            <pc:sldMk cId="0" sldId="259"/>
            <ac:spMk id="7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7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57.621" v="268" actId="255"/>
          <ac:spMkLst>
            <pc:docMk/>
            <pc:sldMk cId="0" sldId="259"/>
            <ac:spMk id="7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50.351" v="267" actId="255"/>
          <ac:spMkLst>
            <pc:docMk/>
            <pc:sldMk cId="0" sldId="259"/>
            <ac:spMk id="7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35:56.325" v="238" actId="2711"/>
          <ac:spMkLst>
            <pc:docMk/>
            <pc:sldMk cId="0" sldId="259"/>
            <ac:spMk id="7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7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7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2:37.307" v="266" actId="255"/>
          <ac:spMkLst>
            <pc:docMk/>
            <pc:sldMk cId="0" sldId="259"/>
            <ac:spMk id="78" creationId="{00000000-0000-0000-0000-000000000000}"/>
          </ac:spMkLst>
        </pc:spChg>
        <pc:picChg chg="del">
          <ac:chgData name="عبدالله علي عيسى نافع" userId="81c3dffb-0dd5-4946-aef9-d9d4fbe960dd" providerId="ADAL" clId="{12CC6F11-FB40-4984-AA2E-2E3BA6721B96}" dt="2026-05-21T10:37:10.886" v="247" actId="478"/>
          <ac:picMkLst>
            <pc:docMk/>
            <pc:sldMk cId="0" sldId="259"/>
            <ac:picMk id="28" creationId="{00000000-0000-0000-0000-000000000000}"/>
          </ac:picMkLst>
        </pc:picChg>
        <pc:picChg chg="del">
          <ac:chgData name="عبدالله علي عيسى نافع" userId="81c3dffb-0dd5-4946-aef9-d9d4fbe960dd" providerId="ADAL" clId="{12CC6F11-FB40-4984-AA2E-2E3BA6721B96}" dt="2026-05-21T10:36:00.076" v="239" actId="478"/>
          <ac:picMkLst>
            <pc:docMk/>
            <pc:sldMk cId="0" sldId="259"/>
            <ac:picMk id="41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0:52:13.778" v="418" actId="122"/>
        <pc:sldMkLst>
          <pc:docMk/>
          <pc:sldMk cId="0" sldId="260"/>
        </pc:sldMkLst>
        <pc:spChg chg="del mod">
          <ac:chgData name="عبدالله علي عيسى نافع" userId="81c3dffb-0dd5-4946-aef9-d9d4fbe960dd" providerId="ADAL" clId="{12CC6F11-FB40-4984-AA2E-2E3BA6721B96}" dt="2026-05-21T10:49:36.843" v="396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49:35.842" v="395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49:34.604" v="394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58.087" v="398" actId="255"/>
          <ac:spMkLst>
            <pc:docMk/>
            <pc:sldMk cId="0" sldId="260"/>
            <ac:spMk id="4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03.703" v="399" actId="255"/>
          <ac:spMkLst>
            <pc:docMk/>
            <pc:sldMk cId="0" sldId="260"/>
            <ac:spMk id="4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4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4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15.040" v="402" actId="121"/>
          <ac:spMkLst>
            <pc:docMk/>
            <pc:sldMk cId="0" sldId="260"/>
            <ac:spMk id="4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4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4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5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6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6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6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0:49.678" v="405" actId="255"/>
          <ac:spMkLst>
            <pc:docMk/>
            <pc:sldMk cId="0" sldId="260"/>
            <ac:spMk id="6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09.024" v="406" actId="255"/>
          <ac:spMkLst>
            <pc:docMk/>
            <pc:sldMk cId="0" sldId="260"/>
            <ac:spMk id="6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09.024" v="406" actId="255"/>
          <ac:spMkLst>
            <pc:docMk/>
            <pc:sldMk cId="0" sldId="260"/>
            <ac:spMk id="6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09.024" v="406" actId="255"/>
          <ac:spMkLst>
            <pc:docMk/>
            <pc:sldMk cId="0" sldId="260"/>
            <ac:spMk id="6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09.024" v="406" actId="255"/>
          <ac:spMkLst>
            <pc:docMk/>
            <pc:sldMk cId="0" sldId="260"/>
            <ac:spMk id="6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09.024" v="406" actId="255"/>
          <ac:spMkLst>
            <pc:docMk/>
            <pc:sldMk cId="0" sldId="260"/>
            <ac:spMk id="6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23.417" v="407" actId="255"/>
          <ac:spMkLst>
            <pc:docMk/>
            <pc:sldMk cId="0" sldId="260"/>
            <ac:spMk id="6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7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02.805" v="415" actId="122"/>
          <ac:spMkLst>
            <pc:docMk/>
            <pc:sldMk cId="0" sldId="260"/>
            <ac:spMk id="7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53.698" v="414" actId="255"/>
          <ac:spMkLst>
            <pc:docMk/>
            <pc:sldMk cId="0" sldId="260"/>
            <ac:spMk id="7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06.049" v="416" actId="122"/>
          <ac:spMkLst>
            <pc:docMk/>
            <pc:sldMk cId="0" sldId="260"/>
            <ac:spMk id="7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48.010" v="412" actId="122"/>
          <ac:spMkLst>
            <pc:docMk/>
            <pc:sldMk cId="0" sldId="260"/>
            <ac:spMk id="7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08.290" v="417" actId="122"/>
          <ac:spMkLst>
            <pc:docMk/>
            <pc:sldMk cId="0" sldId="260"/>
            <ac:spMk id="7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1:43.047" v="410" actId="122"/>
          <ac:spMkLst>
            <pc:docMk/>
            <pc:sldMk cId="0" sldId="260"/>
            <ac:spMk id="7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13.778" v="418" actId="122"/>
          <ac:spMkLst>
            <pc:docMk/>
            <pc:sldMk cId="0" sldId="260"/>
            <ac:spMk id="7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13.778" v="418" actId="122"/>
          <ac:spMkLst>
            <pc:docMk/>
            <pc:sldMk cId="0" sldId="260"/>
            <ac:spMk id="7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7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49:25.832" v="392" actId="2711"/>
          <ac:spMkLst>
            <pc:docMk/>
            <pc:sldMk cId="0" sldId="260"/>
            <ac:spMk id="86" creationId="{00000000-0000-0000-0000-000000000000}"/>
          </ac:spMkLst>
        </pc:spChg>
        <pc:picChg chg="del">
          <ac:chgData name="عبدالله علي عيسى نافع" userId="81c3dffb-0dd5-4946-aef9-d9d4fbe960dd" providerId="ADAL" clId="{12CC6F11-FB40-4984-AA2E-2E3BA6721B96}" dt="2026-05-21T10:49:17.778" v="391" actId="478"/>
          <ac:picMkLst>
            <pc:docMk/>
            <pc:sldMk cId="0" sldId="260"/>
            <ac:picMk id="41" creationId="{00000000-0000-0000-0000-000000000000}"/>
          </ac:picMkLst>
        </pc:picChg>
        <pc:picChg chg="del">
          <ac:chgData name="عبدالله علي عيسى نافع" userId="81c3dffb-0dd5-4946-aef9-d9d4fbe960dd" providerId="ADAL" clId="{12CC6F11-FB40-4984-AA2E-2E3BA6721B96}" dt="2026-05-21T10:49:29.416" v="393" actId="478"/>
          <ac:picMkLst>
            <pc:docMk/>
            <pc:sldMk cId="0" sldId="260"/>
            <ac:picMk id="42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0:53:59.224" v="434" actId="255"/>
        <pc:sldMkLst>
          <pc:docMk/>
          <pc:sldMk cId="0" sldId="261"/>
        </pc:sldMkLst>
        <pc:spChg chg="del">
          <ac:chgData name="عبدالله علي عيسى نافع" userId="81c3dffb-0dd5-4946-aef9-d9d4fbe960dd" providerId="ADAL" clId="{12CC6F11-FB40-4984-AA2E-2E3BA6721B96}" dt="2026-05-21T10:52:46.935" v="423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2:46.220" v="422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2:45.477" v="42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03.724" v="425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07.830" v="426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2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24.797" v="430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33.880" v="431" actId="25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47.099" v="432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2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59.224" v="434" actId="255"/>
          <ac:spMkLst>
            <pc:docMk/>
            <pc:sldMk cId="0" sldId="261"/>
            <ac:spMk id="2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33.880" v="431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47.099" v="432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3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59.224" v="434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33.880" v="431" actId="25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47.099" v="432" actId="255"/>
          <ac:spMkLst>
            <pc:docMk/>
            <pc:sldMk cId="0" sldId="261"/>
            <ac:spMk id="3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3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59.224" v="434" actId="255"/>
          <ac:spMkLst>
            <pc:docMk/>
            <pc:sldMk cId="0" sldId="261"/>
            <ac:spMk id="3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33.880" v="431" actId="25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47.099" v="432" actId="255"/>
          <ac:spMkLst>
            <pc:docMk/>
            <pc:sldMk cId="0" sldId="261"/>
            <ac:spMk id="3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4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3:59.224" v="434" actId="255"/>
          <ac:spMkLst>
            <pc:docMk/>
            <pc:sldMk cId="0" sldId="261"/>
            <ac:spMk id="4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2:30.727" v="420" actId="2711"/>
          <ac:spMkLst>
            <pc:docMk/>
            <pc:sldMk cId="0" sldId="261"/>
            <ac:spMk id="44" creationId="{00000000-0000-0000-0000-000000000000}"/>
          </ac:spMkLst>
        </pc:spChg>
        <pc:picChg chg="del">
          <ac:chgData name="عبدالله علي عيسى نافع" userId="81c3dffb-0dd5-4946-aef9-d9d4fbe960dd" providerId="ADAL" clId="{12CC6F11-FB40-4984-AA2E-2E3BA6721B96}" dt="2026-05-21T10:53:15.643" v="428" actId="478"/>
          <ac:picMkLst>
            <pc:docMk/>
            <pc:sldMk cId="0" sldId="261"/>
            <ac:picMk id="15" creationId="{00000000-0000-0000-0000-000000000000}"/>
          </ac:picMkLst>
        </pc:picChg>
        <pc:picChg chg="del">
          <ac:chgData name="عبدالله علي عيسى نافع" userId="81c3dffb-0dd5-4946-aef9-d9d4fbe960dd" providerId="ADAL" clId="{12CC6F11-FB40-4984-AA2E-2E3BA6721B96}" dt="2026-05-21T10:53:10.419" v="427" actId="478"/>
          <ac:picMkLst>
            <pc:docMk/>
            <pc:sldMk cId="0" sldId="261"/>
            <ac:picMk id="20" creationId="{00000000-0000-0000-0000-000000000000}"/>
          </ac:picMkLst>
        </pc:picChg>
      </pc:sldChg>
      <pc:sldChg chg="delSp modSp mod">
        <pc:chgData name="عبدالله علي عيسى نافع" userId="81c3dffb-0dd5-4946-aef9-d9d4fbe960dd" providerId="ADAL" clId="{12CC6F11-FB40-4984-AA2E-2E3BA6721B96}" dt="2026-05-21T11:02:02.189" v="538" actId="21"/>
        <pc:sldMkLst>
          <pc:docMk/>
          <pc:sldMk cId="0" sldId="262"/>
        </pc:sldMkLst>
        <pc:spChg chg="del">
          <ac:chgData name="عبدالله علي عيسى نافع" userId="81c3dffb-0dd5-4946-aef9-d9d4fbe960dd" providerId="ADAL" clId="{12CC6F11-FB40-4984-AA2E-2E3BA6721B96}" dt="2026-05-21T10:54:18.226" v="438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4:17.575" v="437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54:16.717" v="436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55.385" v="462" actId="1076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55:30.723" v="455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5:13.176" v="450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5:14.287" v="451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عبدالله علي عيسى نافع" userId="81c3dffb-0dd5-4946-aef9-d9d4fbe960dd" providerId="ADAL" clId="{12CC6F11-FB40-4984-AA2E-2E3BA6721B96}" dt="2026-05-21T10:55:15.780" v="452" actId="478"/>
          <ac:spMkLst>
            <pc:docMk/>
            <pc:sldMk cId="0" sldId="262"/>
            <ac:spMk id="2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45.284" v="444" actId="255"/>
          <ac:spMkLst>
            <pc:docMk/>
            <pc:sldMk cId="0" sldId="262"/>
            <ac:spMk id="3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50.250" v="445" actId="255"/>
          <ac:spMkLst>
            <pc:docMk/>
            <pc:sldMk cId="0" sldId="262"/>
            <ac:spMk id="3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3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3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0:12.408" v="499" actId="1076"/>
          <ac:spMkLst>
            <pc:docMk/>
            <pc:sldMk cId="0" sldId="262"/>
            <ac:spMk id="37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55:04.227" v="447" actId="478"/>
          <ac:spMkLst>
            <pc:docMk/>
            <pc:sldMk cId="0" sldId="262"/>
            <ac:spMk id="3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3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9:54.685" v="498" actId="14100"/>
          <ac:spMkLst>
            <pc:docMk/>
            <pc:sldMk cId="0" sldId="262"/>
            <ac:spMk id="4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26.168" v="460" actId="255"/>
          <ac:spMkLst>
            <pc:docMk/>
            <pc:sldMk cId="0" sldId="262"/>
            <ac:spMk id="48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55:06.749" v="448" actId="478"/>
          <ac:spMkLst>
            <pc:docMk/>
            <pc:sldMk cId="0" sldId="262"/>
            <ac:spMk id="4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5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5:51.445" v="457" actId="255"/>
          <ac:spMkLst>
            <pc:docMk/>
            <pc:sldMk cId="0" sldId="262"/>
            <ac:spMk id="5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1:02:02.189" v="538" actId="21"/>
          <ac:spMkLst>
            <pc:docMk/>
            <pc:sldMk cId="0" sldId="262"/>
            <ac:spMk id="5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59" creationId="{00000000-0000-0000-0000-000000000000}"/>
          </ac:spMkLst>
        </pc:spChg>
        <pc:spChg chg="del mod">
          <ac:chgData name="عبدالله علي عيسى نافع" userId="81c3dffb-0dd5-4946-aef9-d9d4fbe960dd" providerId="ADAL" clId="{12CC6F11-FB40-4984-AA2E-2E3BA6721B96}" dt="2026-05-21T10:55:11.784" v="449" actId="478"/>
          <ac:spMkLst>
            <pc:docMk/>
            <pc:sldMk cId="0" sldId="262"/>
            <ac:spMk id="6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6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5:55.680" v="458" actId="255"/>
          <ac:spMkLst>
            <pc:docMk/>
            <pc:sldMk cId="0" sldId="262"/>
            <ac:spMk id="62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3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4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5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6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7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8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69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6:43.874" v="461" actId="255"/>
          <ac:spMkLst>
            <pc:docMk/>
            <pc:sldMk cId="0" sldId="262"/>
            <ac:spMk id="70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71" creationId="{00000000-0000-0000-0000-000000000000}"/>
          </ac:spMkLst>
        </pc:spChg>
        <pc:spChg chg="mod">
          <ac:chgData name="عبدالله علي عيسى نافع" userId="81c3dffb-0dd5-4946-aef9-d9d4fbe960dd" providerId="ADAL" clId="{12CC6F11-FB40-4984-AA2E-2E3BA6721B96}" dt="2026-05-21T10:54:13.415" v="435" actId="2711"/>
          <ac:spMkLst>
            <pc:docMk/>
            <pc:sldMk cId="0" sldId="262"/>
            <ac:spMk id="73" creationId="{00000000-0000-0000-0000-000000000000}"/>
          </ac:spMkLst>
        </pc:spChg>
        <pc:picChg chg="del">
          <ac:chgData name="عبدالله علي عيسى نافع" userId="81c3dffb-0dd5-4946-aef9-d9d4fbe960dd" providerId="ADAL" clId="{12CC6F11-FB40-4984-AA2E-2E3BA6721B96}" dt="2026-05-21T10:54:22.626" v="440" actId="478"/>
          <ac:picMkLst>
            <pc:docMk/>
            <pc:sldMk cId="0" sldId="262"/>
            <ac:picMk id="30" creationId="{00000000-0000-0000-0000-000000000000}"/>
          </ac:picMkLst>
        </pc:picChg>
        <pc:picChg chg="del">
          <ac:chgData name="عبدالله علي عيسى نافع" userId="81c3dffb-0dd5-4946-aef9-d9d4fbe960dd" providerId="ADAL" clId="{12CC6F11-FB40-4984-AA2E-2E3BA6721B96}" dt="2026-05-21T10:54:21.464" v="439" actId="478"/>
          <ac:picMkLst>
            <pc:docMk/>
            <pc:sldMk cId="0" sldId="262"/>
            <ac:picMk id="3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6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10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-65925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8382305"/>
            <a:ext cx="2286000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9195" y="8382305"/>
            <a:ext cx="2286000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305" y="8382305"/>
            <a:ext cx="2286000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2500" y="8382305"/>
            <a:ext cx="2286000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305d17aec48d8b644ff62e7bc286177c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1048695" y="0"/>
            <a:ext cx="7239305" cy="10287000"/>
          </a:xfrm>
          <a:prstGeom prst="rect">
            <a:avLst/>
          </a:prstGeom>
        </p:spPr>
      </p:pic>
      <p:pic>
        <p:nvPicPr>
          <p:cNvPr id="10" name="Image 1" descr="gen-dedup-d75260785fd9b94aa52ec14112c3c993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3372307" y="8382305"/>
            <a:ext cx="28346" cy="1143000"/>
          </a:xfrm>
          <a:prstGeom prst="rect">
            <a:avLst/>
          </a:prstGeom>
        </p:spPr>
      </p:pic>
      <p:pic>
        <p:nvPicPr>
          <p:cNvPr id="11" name="Image 2" descr="gen-dedup-d75260785fd9b94aa52ec14112c3c993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5848502" y="8382305"/>
            <a:ext cx="28346" cy="1143000"/>
          </a:xfrm>
          <a:prstGeom prst="rect">
            <a:avLst/>
          </a:prstGeom>
        </p:spPr>
      </p:pic>
      <p:pic>
        <p:nvPicPr>
          <p:cNvPr id="12" name="Image 3" descr="gen-dedup-d75260785fd9b94aa52ec14112c3c993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8324698" y="8382305"/>
            <a:ext cx="28346" cy="1143000"/>
          </a:xfrm>
          <a:prstGeom prst="rect">
            <a:avLst/>
          </a:prstGeom>
        </p:spPr>
      </p:pic>
      <p:pic>
        <p:nvPicPr>
          <p:cNvPr id="13" name="Image 4" descr="gen-dedup-d172ce0c4d3f3997d0d39a2925413bf7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10801807" y="8382305"/>
            <a:ext cx="28346" cy="1143000"/>
          </a:xfrm>
          <a:prstGeom prst="rect">
            <a:avLst/>
          </a:prstGeom>
        </p:spPr>
      </p:pic>
      <p:pic>
        <p:nvPicPr>
          <p:cNvPr id="14" name="Image 5" descr="gen-dedup-689bb3c39ced9c542b7fedfb0c7bfc4f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0992002" y="0"/>
            <a:ext cx="57607" cy="10287000"/>
          </a:xfrm>
          <a:prstGeom prst="rect">
            <a:avLst/>
          </a:prstGeom>
        </p:spPr>
      </p:pic>
      <p:pic>
        <p:nvPicPr>
          <p:cNvPr id="16" name="Image 6" descr="gen-dedup-75fa48a072b30937ad15251c707a88b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487400" y="2819095"/>
            <a:ext cx="2361895" cy="236189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12183008" y="5639573"/>
            <a:ext cx="4781398" cy="798951"/>
          </a:xfrm>
          <a:prstGeom prst="rect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pPr algn="ctr"/>
            <a:endParaRPr lang="ar-SA" sz="600" dirty="0">
              <a:solidFill>
                <a:srgbClr val="D3C18C"/>
              </a:solidFill>
              <a:latin typeface="Bahij TheSansArabic ExtraBold" panose="02040503050201020203" pitchFamily="18" charset="-78"/>
              <a:cs typeface="Bahij TheSansArabic ExtraBold" panose="02040503050201020203" pitchFamily="18" charset="-78"/>
            </a:endParaRPr>
          </a:p>
          <a:p>
            <a:pPr algn="ctr"/>
            <a:r>
              <a:rPr lang="ar-SA" dirty="0">
                <a:solidFill>
                  <a:srgbClr val="D3C18C"/>
                </a:solidFill>
                <a:latin typeface="Bahij TheSansArabic ExtraBold" panose="02040503050201020203" pitchFamily="18" charset="-78"/>
                <a:cs typeface="Bahij TheSansArabic ExtraBold" panose="02040503050201020203" pitchFamily="18" charset="-78"/>
              </a:rPr>
              <a:t>إدارة رخص البناء </a:t>
            </a:r>
          </a:p>
          <a:p>
            <a:pPr algn="ctr"/>
            <a:r>
              <a:rPr lang="ar-SA" dirty="0">
                <a:solidFill>
                  <a:srgbClr val="D3C18C"/>
                </a:solidFill>
                <a:latin typeface="Bahij TheSansArabic ExtraBold" panose="02040503050201020203" pitchFamily="18" charset="-78"/>
                <a:cs typeface="Bahij TheSansArabic ExtraBold" panose="02040503050201020203" pitchFamily="18" charset="-78"/>
              </a:rPr>
              <a:t>قطاع غرب الرياض </a:t>
            </a:r>
            <a:endParaRPr lang="en-US" dirty="0">
              <a:solidFill>
                <a:srgbClr val="D3C18C"/>
              </a:solidFill>
              <a:latin typeface="Bahij TheSansArabic ExtraBold" panose="02040503050201020203" pitchFamily="18" charset="-78"/>
              <a:cs typeface="Bahij TheSansArabic ExtraBold" panose="02040503050201020203" pitchFamily="18" charset="-78"/>
            </a:endParaRPr>
          </a:p>
        </p:txBody>
      </p:sp>
      <p:sp>
        <p:nvSpPr>
          <p:cNvPr id="23" name="Text 11"/>
          <p:cNvSpPr txBox="1"/>
          <p:nvPr/>
        </p:nvSpPr>
        <p:spPr>
          <a:xfrm>
            <a:off x="11716207" y="95280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4" name="Text 12"/>
          <p:cNvSpPr txBox="1"/>
          <p:nvPr/>
        </p:nvSpPr>
        <p:spPr>
          <a:xfrm>
            <a:off x="11716207" y="13523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RIYADH REGION MUNICIPALITY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6" name="Text 14"/>
          <p:cNvSpPr txBox="1"/>
          <p:nvPr/>
        </p:nvSpPr>
        <p:spPr>
          <a:xfrm>
            <a:off x="11716207" y="8762695"/>
            <a:ext cx="1714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11716207" y="8991295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13716000" y="8762695"/>
            <a:ext cx="1619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13716000" y="8991295"/>
            <a:ext cx="1619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15620695" y="8762695"/>
            <a:ext cx="1619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15620695" y="8991295"/>
            <a:ext cx="1619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2" name="Text 20"/>
          <p:cNvSpPr txBox="1"/>
          <p:nvPr/>
        </p:nvSpPr>
        <p:spPr>
          <a:xfrm>
            <a:off x="1524305" y="1410005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3" name="Text 21"/>
          <p:cNvSpPr txBox="1"/>
          <p:nvPr/>
        </p:nvSpPr>
        <p:spPr>
          <a:xfrm>
            <a:off x="1143000" y="2286000"/>
            <a:ext cx="9715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0" b="1" kern="0" spc="-150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نظام تدقيق</a:t>
            </a:r>
            <a:endParaRPr lang="en-US" sz="9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4" name="Text 22"/>
          <p:cNvSpPr txBox="1"/>
          <p:nvPr/>
        </p:nvSpPr>
        <p:spPr>
          <a:xfrm>
            <a:off x="1143000" y="3524098"/>
            <a:ext cx="9715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0" b="1" kern="0" spc="-150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المخططات</a:t>
            </a:r>
            <a:endParaRPr lang="en-US" sz="9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895655" y="5768514"/>
            <a:ext cx="9715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منصة داخلية موحَّدة تختصر زمن التدقيق، وتُقلِّص الأخطاء، وتُتيح للإدارة قياس الأداء ورضى المستفيدين لحظةً بلحظة.</a:t>
            </a:r>
            <a:endParaRPr lang="en-US" sz="2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6" name="Text 24"/>
          <p:cNvSpPr txBox="1"/>
          <p:nvPr/>
        </p:nvSpPr>
        <p:spPr>
          <a:xfrm>
            <a:off x="1333195" y="8572500"/>
            <a:ext cx="19431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2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7" name="Text 25"/>
          <p:cNvSpPr txBox="1"/>
          <p:nvPr/>
        </p:nvSpPr>
        <p:spPr>
          <a:xfrm>
            <a:off x="1333195" y="9087307"/>
            <a:ext cx="1943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وحدات وظيفية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8" name="Text 26"/>
          <p:cNvSpPr txBox="1"/>
          <p:nvPr/>
        </p:nvSpPr>
        <p:spPr>
          <a:xfrm>
            <a:off x="3810305" y="8572500"/>
            <a:ext cx="19431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2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9" name="Text 27"/>
          <p:cNvSpPr txBox="1"/>
          <p:nvPr/>
        </p:nvSpPr>
        <p:spPr>
          <a:xfrm>
            <a:off x="3810305" y="9087307"/>
            <a:ext cx="1943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شرائح مستفيدين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6286500" y="8572500"/>
            <a:ext cx="19431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∞</a:t>
            </a:r>
            <a:endParaRPr lang="en-US" sz="2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1" name="Text 29"/>
          <p:cNvSpPr txBox="1"/>
          <p:nvPr/>
        </p:nvSpPr>
        <p:spPr>
          <a:xfrm>
            <a:off x="6286500" y="9087307"/>
            <a:ext cx="1943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اشتراطات قابلة للتوسعة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8762695" y="8572500"/>
            <a:ext cx="19431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KPI</a:t>
            </a:r>
            <a:endParaRPr lang="en-US" sz="2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8762695" y="9087307"/>
            <a:ext cx="1943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لوحة أداء متكاملة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25805" y="4286707"/>
            <a:ext cx="3829507" cy="4401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34195" y="4286707"/>
            <a:ext cx="3829507" cy="4401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0" y="4286707"/>
            <a:ext cx="3829507" cy="4401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5" y="4286707"/>
            <a:ext cx="3829507" cy="4401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0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1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2" name="Image 2" descr="gen-dedup-50c63f4239d3c08546cdc2ea1675e9ca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13525805" y="4286707"/>
            <a:ext cx="3810305" cy="38405"/>
          </a:xfrm>
          <a:prstGeom prst="rect">
            <a:avLst/>
          </a:prstGeom>
        </p:spPr>
      </p:pic>
      <p:pic>
        <p:nvPicPr>
          <p:cNvPr id="13" name="Image 3" descr="gen-dedup-7006bf1dfcfab0c1d98b76b22b8cc235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9334195" y="4286707"/>
            <a:ext cx="3810305" cy="38405"/>
          </a:xfrm>
          <a:prstGeom prst="rect">
            <a:avLst/>
          </a:prstGeom>
        </p:spPr>
      </p:pic>
      <p:pic>
        <p:nvPicPr>
          <p:cNvPr id="14" name="Image 4" descr="gen-dedup-50c63f4239d3c08546cdc2ea1675e9ca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5143500" y="4286707"/>
            <a:ext cx="3810305" cy="38405"/>
          </a:xfrm>
          <a:prstGeom prst="rect">
            <a:avLst/>
          </a:prstGeom>
        </p:spPr>
      </p:pic>
      <p:pic>
        <p:nvPicPr>
          <p:cNvPr id="15" name="Image 5" descr="gen-dedup-7006bf1dfcfab0c1d98b76b22b8cc235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952805" y="4286707"/>
            <a:ext cx="3810305" cy="38405"/>
          </a:xfrm>
          <a:prstGeom prst="rect">
            <a:avLst/>
          </a:prstGeom>
        </p:spPr>
      </p:pic>
      <p:pic>
        <p:nvPicPr>
          <p:cNvPr id="16" name="Image 6" descr="gen-dedup-1cbe01caf53ae3da225c023ff1f746f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pic>
        <p:nvPicPr>
          <p:cNvPr id="17" name="Image 7" descr="gen-dedup-e26f1941115053fe27564189f434b016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13754405" y="7810805"/>
            <a:ext cx="3353105" cy="9144"/>
          </a:xfrm>
          <a:prstGeom prst="rect">
            <a:avLst/>
          </a:prstGeom>
        </p:spPr>
      </p:pic>
      <p:pic>
        <p:nvPicPr>
          <p:cNvPr id="18" name="Image 8" descr="gen-dedup-e26f1941115053fe27564189f434b016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9562795" y="7810805"/>
            <a:ext cx="3353105" cy="9144"/>
          </a:xfrm>
          <a:prstGeom prst="rect">
            <a:avLst/>
          </a:prstGeom>
        </p:spPr>
      </p:pic>
      <p:pic>
        <p:nvPicPr>
          <p:cNvPr id="19" name="Image 9" descr="gen-dedup-e26f1941115053fe27564189f434b016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5372100" y="7810805"/>
            <a:ext cx="3353105" cy="9144"/>
          </a:xfrm>
          <a:prstGeom prst="rect">
            <a:avLst/>
          </a:prstGeom>
        </p:spPr>
      </p:pic>
      <p:pic>
        <p:nvPicPr>
          <p:cNvPr id="20" name="Image 10" descr="gen-dedup-e26f1941115053fe27564189f434b016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1181405" y="7810805"/>
            <a:ext cx="3353105" cy="9144"/>
          </a:xfrm>
          <a:prstGeom prst="rect">
            <a:avLst/>
          </a:prstGeom>
        </p:spPr>
      </p:pic>
      <p:sp>
        <p:nvSpPr>
          <p:cNvPr id="22" name="Shape 8"/>
          <p:cNvSpPr/>
          <p:nvPr/>
        </p:nvSpPr>
        <p:spPr>
          <a:xfrm>
            <a:off x="13754405" y="4572000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9"/>
          <p:cNvSpPr/>
          <p:nvPr/>
        </p:nvSpPr>
        <p:spPr>
          <a:xfrm>
            <a:off x="9562795" y="4572000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0"/>
          <p:cNvSpPr/>
          <p:nvPr/>
        </p:nvSpPr>
        <p:spPr>
          <a:xfrm>
            <a:off x="5372100" y="4572000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1"/>
          <p:cNvSpPr/>
          <p:nvPr/>
        </p:nvSpPr>
        <p:spPr>
          <a:xfrm>
            <a:off x="1181405" y="4572000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3" descr="gen-dedup-75fa48a072b30937ad15251c707a88b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457200"/>
            <a:ext cx="514807" cy="514807"/>
          </a:xfrm>
          <a:prstGeom prst="rect">
            <a:avLst/>
          </a:prstGeom>
        </p:spPr>
      </p:pic>
      <p:sp>
        <p:nvSpPr>
          <p:cNvPr id="28" name="Text 12"/>
          <p:cNvSpPr txBox="1"/>
          <p:nvPr/>
        </p:nvSpPr>
        <p:spPr>
          <a:xfrm>
            <a:off x="1410005" y="476402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9" name="Text 13"/>
          <p:cNvSpPr txBox="1"/>
          <p:nvPr/>
        </p:nvSpPr>
        <p:spPr>
          <a:xfrm>
            <a:off x="1410005" y="743407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0" name="Text 14"/>
          <p:cNvSpPr txBox="1"/>
          <p:nvPr/>
        </p:nvSpPr>
        <p:spPr>
          <a:xfrm>
            <a:off x="1524305" y="1524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1" name="Text 15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واقع التدقيق قبل البرنامج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2" name="Text 16"/>
          <p:cNvSpPr txBox="1"/>
          <p:nvPr/>
        </p:nvSpPr>
        <p:spPr>
          <a:xfrm>
            <a:off x="3429000" y="2684678"/>
            <a:ext cx="13335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عملية تدقيق المخططات كانت تعتمد على المعرفة الذهنية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الكثير من الاجتهاد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الشخصي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وملفات Excel 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متفرقة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ا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لنتيجة: تشتُّت، تكرار للأخطاء، صعوبة في المتابعة الإدارية، وغياب قياس موضوعي للأداء.</a:t>
            </a:r>
            <a:endParaRPr lang="en-US" sz="1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3" name="Text 17"/>
          <p:cNvSpPr txBox="1"/>
          <p:nvPr/>
        </p:nvSpPr>
        <p:spPr>
          <a:xfrm>
            <a:off x="16192195" y="4572000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42318">
                    <a:alpha val="1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٠١</a:t>
            </a:r>
            <a:endParaRPr lang="en-US" sz="4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4" name="Text 18"/>
          <p:cNvSpPr txBox="1"/>
          <p:nvPr/>
        </p:nvSpPr>
        <p:spPr>
          <a:xfrm>
            <a:off x="13754405" y="5333695"/>
            <a:ext cx="3353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تشتُّت المرجعيات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5" name="Text 19"/>
          <p:cNvSpPr txBox="1"/>
          <p:nvPr/>
        </p:nvSpPr>
        <p:spPr>
          <a:xfrm>
            <a:off x="13754405" y="5810098"/>
            <a:ext cx="33531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اشتراطات وادي حنيفة، الكود السعودي، ومتطلبات التصنيف موزَّعة بين ملفات وذاكرة المدقق — </a:t>
            </a:r>
            <a:r>
              <a:rPr lang="ar-SA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مصادر مشتتة 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6" name="Text 20"/>
          <p:cNvSpPr txBox="1"/>
          <p:nvPr/>
        </p:nvSpPr>
        <p:spPr>
          <a:xfrm>
            <a:off x="13754405" y="7962595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الأثر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7" name="Text 21"/>
          <p:cNvSpPr txBox="1"/>
          <p:nvPr/>
        </p:nvSpPr>
        <p:spPr>
          <a:xfrm>
            <a:off x="13754405" y="81729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قرارات غير متَّسقة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8" name="Text 22"/>
          <p:cNvSpPr txBox="1"/>
          <p:nvPr/>
        </p:nvSpPr>
        <p:spPr>
          <a:xfrm>
            <a:off x="12001500" y="4572000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54708">
                    <a:alpha val="1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٠٢</a:t>
            </a:r>
            <a:endParaRPr lang="en-US" sz="4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9562795" y="5333695"/>
            <a:ext cx="3353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بطء استحضار المعلومة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9562795" y="5810098"/>
            <a:ext cx="33531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كل طلب يستلزم بحثًا يدويًا في مراجع متفرقة، ما يُطيل زمن التدقيق على الطلب الواحد ويُؤخِّر الدفعات اللاحقة.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1" name="Text 25"/>
          <p:cNvSpPr txBox="1"/>
          <p:nvPr/>
        </p:nvSpPr>
        <p:spPr>
          <a:xfrm>
            <a:off x="9562795" y="7962595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الأثر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9562795" y="81729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إنتاجية أقل من المستهدف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3" name="Text 27"/>
          <p:cNvSpPr txBox="1"/>
          <p:nvPr/>
        </p:nvSpPr>
        <p:spPr>
          <a:xfrm>
            <a:off x="7810805" y="4572000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42318">
                    <a:alpha val="1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٠٣</a:t>
            </a:r>
            <a:endParaRPr lang="en-US" sz="4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4" name="Text 28"/>
          <p:cNvSpPr txBox="1"/>
          <p:nvPr/>
        </p:nvSpPr>
        <p:spPr>
          <a:xfrm>
            <a:off x="5372100" y="5333695"/>
            <a:ext cx="3353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أخطاء بشرية متكرِّرة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5" name="Text 29"/>
          <p:cNvSpPr txBox="1"/>
          <p:nvPr/>
        </p:nvSpPr>
        <p:spPr>
          <a:xfrm>
            <a:off x="5372100" y="5810098"/>
            <a:ext cx="33531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السهو عن بند، أو تطبيق اشتراط على نوع طلب لا يخصُّه — أخطاء تتسلَّل وتصل إلى المشرف بدون فلتر تلقائي.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6" name="Text 30"/>
          <p:cNvSpPr txBox="1"/>
          <p:nvPr/>
        </p:nvSpPr>
        <p:spPr>
          <a:xfrm>
            <a:off x="5372100" y="7962595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الأثر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7" name="Text 31"/>
          <p:cNvSpPr txBox="1"/>
          <p:nvPr/>
        </p:nvSpPr>
        <p:spPr>
          <a:xfrm>
            <a:off x="5372100" y="81729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شكاوى وإعادة عمل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8" name="Text 32"/>
          <p:cNvSpPr txBox="1"/>
          <p:nvPr/>
        </p:nvSpPr>
        <p:spPr>
          <a:xfrm>
            <a:off x="3619195" y="4572000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54708">
                    <a:alpha val="1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٠٤</a:t>
            </a:r>
            <a:endParaRPr lang="en-US" sz="4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9" name="Text 33"/>
          <p:cNvSpPr txBox="1"/>
          <p:nvPr/>
        </p:nvSpPr>
        <p:spPr>
          <a:xfrm>
            <a:off x="1181405" y="5333695"/>
            <a:ext cx="3353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غياب القياس الإداري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0" name="Text 34"/>
          <p:cNvSpPr txBox="1"/>
          <p:nvPr/>
        </p:nvSpPr>
        <p:spPr>
          <a:xfrm>
            <a:off x="1181405" y="5810098"/>
            <a:ext cx="33531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لا توجد لوحة تُظهر إنتاجية كل مدقق، أو نِسب الردّ، أو الاتجاهات — القرارات تُتَّخذ بمعزل عن البيانات.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1" name="Text 35"/>
          <p:cNvSpPr txBox="1"/>
          <p:nvPr/>
        </p:nvSpPr>
        <p:spPr>
          <a:xfrm>
            <a:off x="1181405" y="7962595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الأثر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2" name="Text 36"/>
          <p:cNvSpPr txBox="1"/>
          <p:nvPr/>
        </p:nvSpPr>
        <p:spPr>
          <a:xfrm>
            <a:off x="1181405" y="817290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قرارات بلا مؤشِّر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5296205" y="9315907"/>
            <a:ext cx="114684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عملية تدقيق تعتمد على الأفراد، وتفتقر </a:t>
            </a:r>
            <a:r>
              <a:rPr lang="en-US" sz="1600" b="1" dirty="0" err="1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إلى</a:t>
            </a:r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المرجع</a:t>
            </a:r>
            <a:r>
              <a:rPr lang="ar-SA" sz="1600" b="1" dirty="0" err="1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ية</a:t>
            </a:r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الإداري</a:t>
            </a:r>
            <a:r>
              <a:rPr lang="ar-SA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ة </a:t>
            </a:r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و</a:t>
            </a:r>
            <a:r>
              <a:rPr lang="ar-SA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</a:t>
            </a:r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القياس</a:t>
            </a:r>
            <a:r>
              <a:rPr lang="ar-SA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 </a:t>
            </a:r>
            <a:r>
              <a:rPr lang="en-US" sz="1600" b="1" dirty="0">
                <a:solidFill>
                  <a:srgbClr val="B4231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الموحد.</a:t>
            </a:r>
            <a:endParaRPr lang="en-US" sz="1600" dirty="0">
              <a:solidFill>
                <a:srgbClr val="B42318"/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58707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707" y="7105345"/>
            <a:ext cx="792510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695" y="7144207"/>
            <a:ext cx="7905902" cy="2190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0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1" name="Image 2" descr="gen-dedup-e9a8e57326ad5fd0d2d3491b818daa90.png"/>
          <p:cNvPicPr>
            <a:picLocks noChangeAspect="1"/>
          </p:cNvPicPr>
          <p:nvPr/>
        </p:nvPicPr>
        <p:blipFill>
          <a:blip r:embed="rId5"/>
          <a:srcRect l="-394" r="-394"/>
          <a:stretch/>
        </p:blipFill>
        <p:spPr>
          <a:xfrm>
            <a:off x="16707002" y="4286707"/>
            <a:ext cx="57607" cy="2667305"/>
          </a:xfrm>
          <a:prstGeom prst="rect">
            <a:avLst/>
          </a:prstGeom>
        </p:spPr>
      </p:pic>
      <p:pic>
        <p:nvPicPr>
          <p:cNvPr id="12" name="Image 3" descr="gen-dedup-fe4dd17dbd9bf6d53bcb84a709fef819.png"/>
          <p:cNvPicPr>
            <a:picLocks noChangeAspect="1"/>
          </p:cNvPicPr>
          <p:nvPr/>
        </p:nvPicPr>
        <p:blipFill>
          <a:blip r:embed="rId6"/>
          <a:srcRect l="-394" r="-394"/>
          <a:stretch/>
        </p:blipFill>
        <p:spPr>
          <a:xfrm>
            <a:off x="8610905" y="4286707"/>
            <a:ext cx="57607" cy="2667305"/>
          </a:xfrm>
          <a:prstGeom prst="rect">
            <a:avLst/>
          </a:prstGeom>
        </p:spPr>
      </p:pic>
      <p:pic>
        <p:nvPicPr>
          <p:cNvPr id="13" name="Image 4" descr="gen-dedup-f49900bea50c059204f0e59018675c5d.png"/>
          <p:cNvPicPr>
            <a:picLocks noChangeAspect="1"/>
          </p:cNvPicPr>
          <p:nvPr/>
        </p:nvPicPr>
        <p:blipFill>
          <a:blip r:embed="rId7"/>
          <a:srcRect l="-397" r="-397"/>
          <a:stretch/>
        </p:blipFill>
        <p:spPr>
          <a:xfrm>
            <a:off x="16707002" y="7144207"/>
            <a:ext cx="57607" cy="2190902"/>
          </a:xfrm>
          <a:prstGeom prst="rect">
            <a:avLst/>
          </a:prstGeom>
        </p:spPr>
      </p:pic>
      <p:pic>
        <p:nvPicPr>
          <p:cNvPr id="14" name="Image 5" descr="gen-dedup-9245ded31e9344abc3a8a31f0b03a2cd.png"/>
          <p:cNvPicPr>
            <a:picLocks noChangeAspect="1"/>
          </p:cNvPicPr>
          <p:nvPr/>
        </p:nvPicPr>
        <p:blipFill>
          <a:blip r:embed="rId8"/>
          <a:srcRect l="-397" r="-397"/>
          <a:stretch/>
        </p:blipFill>
        <p:spPr>
          <a:xfrm>
            <a:off x="8610905" y="7144207"/>
            <a:ext cx="57607" cy="2190902"/>
          </a:xfrm>
          <a:prstGeom prst="rect">
            <a:avLst/>
          </a:prstGeom>
        </p:spPr>
      </p:pic>
      <p:pic>
        <p:nvPicPr>
          <p:cNvPr id="15" name="Image 6" descr="gen-dedup-1cbe01caf53ae3da225c023ff1f746f3.png"/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15430500" y="4591202"/>
            <a:ext cx="914400" cy="9144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7334402" y="4591202"/>
            <a:ext cx="914400" cy="9144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15488107" y="7448701"/>
            <a:ext cx="895198" cy="933603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7392009" y="7448702"/>
            <a:ext cx="914400" cy="8193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11"/>
          <p:cNvSpPr txBox="1"/>
          <p:nvPr/>
        </p:nvSpPr>
        <p:spPr>
          <a:xfrm>
            <a:off x="10676834" y="297671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3" name="Text 12"/>
          <p:cNvSpPr txBox="1"/>
          <p:nvPr/>
        </p:nvSpPr>
        <p:spPr>
          <a:xfrm>
            <a:off x="10676834" y="564676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5" name="Text 14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منصة موحدة بأربعة مكونات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3429000" y="2749907"/>
            <a:ext cx="13335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نظام داخلي يعمل بأربع وحدات مترابطة، تغطي دورة حياة التدقيق كاملةً — من إنشاء الطلب إلى تحليل الأداء.</a:t>
            </a:r>
            <a:endParaRPr lang="en-US" sz="1600" b="1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7" name="Text 16"/>
          <p:cNvSpPr txBox="1"/>
          <p:nvPr/>
        </p:nvSpPr>
        <p:spPr>
          <a:xfrm>
            <a:off x="15061286" y="4971135"/>
            <a:ext cx="1239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25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المكوِّن ٠١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8" name="Text 17"/>
          <p:cNvSpPr txBox="1"/>
          <p:nvPr/>
        </p:nvSpPr>
        <p:spPr>
          <a:xfrm>
            <a:off x="9182405" y="4819802"/>
            <a:ext cx="5906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تدقيق جديد</a:t>
            </a:r>
            <a:endParaRPr lang="en-US" sz="25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9" name="Text 18"/>
          <p:cNvSpPr txBox="1"/>
          <p:nvPr/>
        </p:nvSpPr>
        <p:spPr>
          <a:xfrm>
            <a:off x="9182405" y="5372100"/>
            <a:ext cx="5906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واجهة موحدة لإنشاء تدقيق وفق أربعة فلاتر: نوع الطلب، التصنيف، نوع الكود، نوع المشروع. تستحضر تلقائيًّا الاشتراطات والمرفقات، ثم تُولِّد تقرير تدقيق نهائيًّا جاهزًا للنسخ والحفظ.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0" name="Text 19"/>
          <p:cNvSpPr txBox="1"/>
          <p:nvPr/>
        </p:nvSpPr>
        <p:spPr>
          <a:xfrm>
            <a:off x="9182405" y="6553505"/>
            <a:ext cx="1257300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 فلاتر</a:t>
            </a: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10534802" y="6553505"/>
            <a:ext cx="1638605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اشتراطات ديناميكية</a:t>
            </a: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12268505" y="6553505"/>
            <a:ext cx="1924812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تقرير قابل للنسخ والطباعة</a:t>
            </a: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3" name="Text 22"/>
          <p:cNvSpPr txBox="1"/>
          <p:nvPr/>
        </p:nvSpPr>
        <p:spPr>
          <a:xfrm>
            <a:off x="6991046" y="5003064"/>
            <a:ext cx="1239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المكوِّن ٠٢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4" name="Text 23"/>
          <p:cNvSpPr txBox="1"/>
          <p:nvPr/>
        </p:nvSpPr>
        <p:spPr>
          <a:xfrm>
            <a:off x="1086307" y="4819802"/>
            <a:ext cx="5906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سجل التدقيقات</a:t>
            </a:r>
            <a:endParaRPr lang="en-US" sz="25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5" name="Text 24"/>
          <p:cNvSpPr txBox="1"/>
          <p:nvPr/>
        </p:nvSpPr>
        <p:spPr>
          <a:xfrm>
            <a:off x="1086307" y="5372100"/>
            <a:ext cx="5906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أرشيف مركزي لكل تدقيق تمَّ حفظه — قابل للبحث والفلترة والتصدير. يحفظ بصمة كاملة لمَن دقَّق، متى، وما الملاحظات. المرجع الإداري الذي يُغني عن الذاكرة الشخصية.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6" name="Text 25"/>
          <p:cNvSpPr txBox="1"/>
          <p:nvPr/>
        </p:nvSpPr>
        <p:spPr>
          <a:xfrm>
            <a:off x="1086307" y="6553505"/>
            <a:ext cx="1257300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بحث وفلترة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2438705" y="6553505"/>
            <a:ext cx="1638605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تصدير CSV / طباعة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4172407" y="6553505"/>
            <a:ext cx="1353312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نسخ احتياطية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15144598" y="7809891"/>
            <a:ext cx="1239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25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المكوِّن ٠٣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0" name="Text 29"/>
          <p:cNvSpPr txBox="1"/>
          <p:nvPr/>
        </p:nvSpPr>
        <p:spPr>
          <a:xfrm>
            <a:off x="9182405" y="7638898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الاشتراطات والمدقِّقين</a:t>
            </a:r>
            <a:endParaRPr lang="en-US" sz="2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1" name="Text 30"/>
          <p:cNvSpPr txBox="1"/>
          <p:nvPr/>
        </p:nvSpPr>
        <p:spPr>
          <a:xfrm>
            <a:off x="9182405" y="8064500"/>
            <a:ext cx="5906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مرجع موحَّد قابل للتحديث: كل اشتراط ومرفق يُربط بمجموعة الفلاتر التي تخصُّه — فلا تظهر بنود لا تخصُّ المشروع. يشمل أيضًا إدارة بيانات المدقِّقين.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2" name="Text 31"/>
          <p:cNvSpPr txBox="1"/>
          <p:nvPr/>
        </p:nvSpPr>
        <p:spPr>
          <a:xfrm>
            <a:off x="7048196" y="7809282"/>
            <a:ext cx="1239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المكوِّن ٠٤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3" name="Text 32"/>
          <p:cNvSpPr txBox="1"/>
          <p:nvPr/>
        </p:nvSpPr>
        <p:spPr>
          <a:xfrm>
            <a:off x="1086307" y="7638898"/>
            <a:ext cx="5906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FFFFFF"/>
                </a:solidFill>
                <a:latin typeface="Bahij TheSansArabic ExtraBold" panose="02040503050201020203" pitchFamily="18" charset="-78"/>
                <a:ea typeface="Tahoma" pitchFamily="34" charset="-122"/>
                <a:cs typeface="Bahij TheSansArabic ExtraBold" panose="02040503050201020203" pitchFamily="18" charset="-78"/>
              </a:rPr>
              <a:t>مؤشرات الأداء KPIs</a:t>
            </a:r>
            <a:endParaRPr lang="en-US" sz="2500" dirty="0">
              <a:latin typeface="Bahij TheSansArabic ExtraBold" panose="02040503050201020203" pitchFamily="18" charset="-78"/>
              <a:cs typeface="Bahij TheSansArabic ExtraBold" panose="02040503050201020203" pitchFamily="18" charset="-78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1086307" y="8115300"/>
            <a:ext cx="59061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لوحة قيادة إدارية تعرض الأداء العام، التحليل التفصيلي، والتقارير القابلة للتصدير — بثلاث عدسات: نظرة عامة، تحليل، تقارير.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5258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3419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0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5" y="4286707"/>
            <a:ext cx="3810305" cy="49533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0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1" name="Image 2" descr="gen-dedup-89ef6212a40d0c4e139bc90169e005fc.png"/>
          <p:cNvPicPr>
            <a:picLocks noChangeAspect="1"/>
          </p:cNvPicPr>
          <p:nvPr/>
        </p:nvPicPr>
        <p:blipFill>
          <a:blip r:embed="rId5"/>
          <a:srcRect l="-205" r="-205"/>
          <a:stretch/>
        </p:blipFill>
        <p:spPr>
          <a:xfrm>
            <a:off x="13525805" y="4286707"/>
            <a:ext cx="3810305" cy="75895"/>
          </a:xfrm>
          <a:prstGeom prst="rect">
            <a:avLst/>
          </a:prstGeom>
        </p:spPr>
      </p:pic>
      <p:pic>
        <p:nvPicPr>
          <p:cNvPr id="12" name="Image 3" descr="gen-dedup-52dccc59e6eb896fdaede2253b9b29fa.png"/>
          <p:cNvPicPr>
            <a:picLocks noChangeAspect="1"/>
          </p:cNvPicPr>
          <p:nvPr/>
        </p:nvPicPr>
        <p:blipFill>
          <a:blip r:embed="rId6"/>
          <a:srcRect l="-205" r="-205"/>
          <a:stretch/>
        </p:blipFill>
        <p:spPr>
          <a:xfrm>
            <a:off x="9334195" y="4286707"/>
            <a:ext cx="3810305" cy="75895"/>
          </a:xfrm>
          <a:prstGeom prst="rect">
            <a:avLst/>
          </a:prstGeom>
        </p:spPr>
      </p:pic>
      <p:pic>
        <p:nvPicPr>
          <p:cNvPr id="13" name="Image 4" descr="gen-dedup-10743711a24cdfed585bc87daf2a058d.png"/>
          <p:cNvPicPr>
            <a:picLocks noChangeAspect="1"/>
          </p:cNvPicPr>
          <p:nvPr/>
        </p:nvPicPr>
        <p:blipFill>
          <a:blip r:embed="rId7"/>
          <a:srcRect l="-205" r="-205"/>
          <a:stretch/>
        </p:blipFill>
        <p:spPr>
          <a:xfrm>
            <a:off x="5143500" y="4286707"/>
            <a:ext cx="3810305" cy="75895"/>
          </a:xfrm>
          <a:prstGeom prst="rect">
            <a:avLst/>
          </a:prstGeom>
        </p:spPr>
      </p:pic>
      <p:pic>
        <p:nvPicPr>
          <p:cNvPr id="14" name="Image 5" descr="gen-dedup-10743711a24cdfed585bc87daf2a058d.png"/>
          <p:cNvPicPr>
            <a:picLocks noChangeAspect="1"/>
          </p:cNvPicPr>
          <p:nvPr/>
        </p:nvPicPr>
        <p:blipFill>
          <a:blip r:embed="rId7"/>
          <a:srcRect l="-205" r="-205"/>
          <a:stretch/>
        </p:blipFill>
        <p:spPr>
          <a:xfrm>
            <a:off x="952805" y="4286707"/>
            <a:ext cx="3810305" cy="75895"/>
          </a:xfrm>
          <a:prstGeom prst="rect">
            <a:avLst/>
          </a:prstGeom>
        </p:spPr>
      </p:pic>
      <p:pic>
        <p:nvPicPr>
          <p:cNvPr id="15" name="Image 6" descr="gen-dedup-1cbe01caf53ae3da225c023ff1f746f3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13791895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7" name="Image 7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13791895" y="6096305"/>
            <a:ext cx="3276295" cy="9144"/>
          </a:xfrm>
          <a:prstGeom prst="rect">
            <a:avLst/>
          </a:prstGeom>
        </p:spPr>
      </p:pic>
      <p:pic>
        <p:nvPicPr>
          <p:cNvPr id="18" name="Image 8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13791895" y="7239305"/>
            <a:ext cx="3276295" cy="9144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9601200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20" name="Image 9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9601200" y="6096305"/>
            <a:ext cx="3276295" cy="9144"/>
          </a:xfrm>
          <a:prstGeom prst="rect">
            <a:avLst/>
          </a:prstGeom>
        </p:spPr>
      </p:pic>
      <p:pic>
        <p:nvPicPr>
          <p:cNvPr id="21" name="Image 10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9601200" y="7239305"/>
            <a:ext cx="3276295" cy="9144"/>
          </a:xfrm>
          <a:prstGeom prst="rect">
            <a:avLst/>
          </a:prstGeom>
        </p:spPr>
      </p:pic>
      <p:sp>
        <p:nvSpPr>
          <p:cNvPr id="22" name="Shape 9"/>
          <p:cNvSpPr/>
          <p:nvPr/>
        </p:nvSpPr>
        <p:spPr>
          <a:xfrm>
            <a:off x="5410505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23" name="Image 11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5410505" y="6096305"/>
            <a:ext cx="3276295" cy="9144"/>
          </a:xfrm>
          <a:prstGeom prst="rect">
            <a:avLst/>
          </a:prstGeom>
        </p:spPr>
      </p:pic>
      <p:pic>
        <p:nvPicPr>
          <p:cNvPr id="24" name="Image 12" descr="gen-dedup-6192ceeba0217ca269770f3983491f12.png"/>
          <p:cNvPicPr>
            <a:picLocks noChangeAspect="1"/>
          </p:cNvPicPr>
          <p:nvPr/>
        </p:nvPicPr>
        <p:blipFill>
          <a:blip r:embed="rId9"/>
          <a:srcRect l="-2078" r="-2078"/>
          <a:stretch/>
        </p:blipFill>
        <p:spPr>
          <a:xfrm>
            <a:off x="5410505" y="7239305"/>
            <a:ext cx="3276295" cy="9144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1218895" y="4552798"/>
            <a:ext cx="629107" cy="629107"/>
          </a:xfrm>
          <a:prstGeom prst="rect">
            <a:avLst/>
          </a:prstGeom>
          <a:solidFill>
            <a:srgbClr val="C9A961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26" name="Image 13" descr="gen-dedup-fe16edf784ef69d799bbe6ef5ad07627.png"/>
          <p:cNvPicPr>
            <a:picLocks noChangeAspect="1"/>
          </p:cNvPicPr>
          <p:nvPr/>
        </p:nvPicPr>
        <p:blipFill>
          <a:blip r:embed="rId10"/>
          <a:srcRect l="-2078" r="-2078"/>
          <a:stretch/>
        </p:blipFill>
        <p:spPr>
          <a:xfrm>
            <a:off x="1218895" y="6096305"/>
            <a:ext cx="3276295" cy="9144"/>
          </a:xfrm>
          <a:prstGeom prst="rect">
            <a:avLst/>
          </a:prstGeom>
        </p:spPr>
      </p:pic>
      <p:pic>
        <p:nvPicPr>
          <p:cNvPr id="27" name="Image 14" descr="gen-dedup-fe16edf784ef69d799bbe6ef5ad07627.png"/>
          <p:cNvPicPr>
            <a:picLocks noChangeAspect="1"/>
          </p:cNvPicPr>
          <p:nvPr/>
        </p:nvPicPr>
        <p:blipFill>
          <a:blip r:embed="rId10"/>
          <a:srcRect l="-2078" r="-2078"/>
          <a:stretch/>
        </p:blipFill>
        <p:spPr>
          <a:xfrm>
            <a:off x="1218895" y="7239305"/>
            <a:ext cx="3276295" cy="9144"/>
          </a:xfrm>
          <a:prstGeom prst="rect">
            <a:avLst/>
          </a:prstGeom>
        </p:spPr>
      </p:pic>
      <p:sp>
        <p:nvSpPr>
          <p:cNvPr id="29" name="Shape 11"/>
          <p:cNvSpPr/>
          <p:nvPr/>
        </p:nvSpPr>
        <p:spPr>
          <a:xfrm>
            <a:off x="16974007" y="7487107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16974007" y="7962595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13"/>
          <p:cNvSpPr/>
          <p:nvPr/>
        </p:nvSpPr>
        <p:spPr>
          <a:xfrm>
            <a:off x="16974007" y="8438998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12782398" y="7487107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12782398" y="7962595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16"/>
          <p:cNvSpPr/>
          <p:nvPr/>
        </p:nvSpPr>
        <p:spPr>
          <a:xfrm>
            <a:off x="12782398" y="8438998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17"/>
          <p:cNvSpPr/>
          <p:nvPr/>
        </p:nvSpPr>
        <p:spPr>
          <a:xfrm>
            <a:off x="8591702" y="7487107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8591702" y="7962595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8591702" y="8438998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4401007" y="7487107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1"/>
          <p:cNvSpPr/>
          <p:nvPr/>
        </p:nvSpPr>
        <p:spPr>
          <a:xfrm>
            <a:off x="4401007" y="7962595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2"/>
          <p:cNvSpPr/>
          <p:nvPr/>
        </p:nvSpPr>
        <p:spPr>
          <a:xfrm>
            <a:off x="4401007" y="8438998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3"/>
          <p:cNvSpPr txBox="1"/>
          <p:nvPr/>
        </p:nvSpPr>
        <p:spPr>
          <a:xfrm>
            <a:off x="10668305" y="271999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3" name="Text 24"/>
          <p:cNvSpPr txBox="1"/>
          <p:nvPr/>
        </p:nvSpPr>
        <p:spPr>
          <a:xfrm>
            <a:off x="10668305" y="539004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4" name="Text 25"/>
          <p:cNvSpPr txBox="1"/>
          <p:nvPr/>
        </p:nvSpPr>
        <p:spPr>
          <a:xfrm>
            <a:off x="1524305" y="1524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5" name="Text 26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فائدة لكل مستفيد في المنظومة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6" name="Text 27"/>
          <p:cNvSpPr txBox="1"/>
          <p:nvPr/>
        </p:nvSpPr>
        <p:spPr>
          <a:xfrm>
            <a:off x="3428542" y="2733141"/>
            <a:ext cx="13335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قيمة النظام لا تنحصر في طرف واحد — كل دور في الهرم الإداري يحصل على نتيجة مُحدَّدة وقابلة للقياس.</a:t>
            </a:r>
            <a:endParaRPr lang="en-US" sz="1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7" name="Text 28"/>
          <p:cNvSpPr txBox="1"/>
          <p:nvPr/>
        </p:nvSpPr>
        <p:spPr>
          <a:xfrm>
            <a:off x="13820698" y="4635122"/>
            <a:ext cx="571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25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٠١</a:t>
            </a:r>
            <a:endParaRPr lang="en-US" sz="2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8" name="Text 29"/>
          <p:cNvSpPr txBox="1"/>
          <p:nvPr/>
        </p:nvSpPr>
        <p:spPr>
          <a:xfrm>
            <a:off x="13787132" y="5333695"/>
            <a:ext cx="32772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المدقِّق</a:t>
            </a:r>
            <a:endParaRPr lang="en-US" sz="2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13791895" y="5772607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REVIEWER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0" name="Text 31"/>
          <p:cNvSpPr txBox="1"/>
          <p:nvPr/>
        </p:nvSpPr>
        <p:spPr>
          <a:xfrm>
            <a:off x="13791895" y="6248095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25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القيمة الرئيسية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1" name="Text 32"/>
          <p:cNvSpPr txBox="1"/>
          <p:nvPr/>
        </p:nvSpPr>
        <p:spPr>
          <a:xfrm>
            <a:off x="13791895" y="6458407"/>
            <a:ext cx="3277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سرعة استحضار المعلومة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2" name="Text 33"/>
          <p:cNvSpPr txBox="1"/>
          <p:nvPr/>
        </p:nvSpPr>
        <p:spPr>
          <a:xfrm>
            <a:off x="13791895" y="74102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قائمة اشتراطات مُحدَّدة آليًّا حسب الفلاتر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3" name="Text 34"/>
          <p:cNvSpPr txBox="1"/>
          <p:nvPr/>
        </p:nvSpPr>
        <p:spPr>
          <a:xfrm>
            <a:off x="13791895" y="7886700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توليد تقرير تدقيق متكامل بنقرة واحدة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4" name="Text 35"/>
          <p:cNvSpPr txBox="1"/>
          <p:nvPr/>
        </p:nvSpPr>
        <p:spPr>
          <a:xfrm>
            <a:off x="13791895" y="8363102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مرجع موحَّد يُغني عن البحث اليدوي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5" name="Text 36"/>
          <p:cNvSpPr txBox="1"/>
          <p:nvPr/>
        </p:nvSpPr>
        <p:spPr>
          <a:xfrm>
            <a:off x="9810597" y="4759133"/>
            <a:ext cx="571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25" dirty="0">
                <a:solidFill>
                  <a:srgbClr val="0E8044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٠٢</a:t>
            </a:r>
            <a:endParaRPr lang="en-US" sz="2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6" name="Text 37"/>
          <p:cNvSpPr txBox="1"/>
          <p:nvPr/>
        </p:nvSpPr>
        <p:spPr>
          <a:xfrm>
            <a:off x="9601200" y="5333695"/>
            <a:ext cx="32772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المشرف</a:t>
            </a:r>
            <a:endParaRPr lang="en-US" sz="2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7" name="Text 38"/>
          <p:cNvSpPr txBox="1"/>
          <p:nvPr/>
        </p:nvSpPr>
        <p:spPr>
          <a:xfrm>
            <a:off x="9601200" y="5772607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SUPERVISOR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8" name="Text 39"/>
          <p:cNvSpPr txBox="1"/>
          <p:nvPr/>
        </p:nvSpPr>
        <p:spPr>
          <a:xfrm>
            <a:off x="9601200" y="6248095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25" dirty="0">
                <a:solidFill>
                  <a:srgbClr val="0E8044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القيمة الرئيسية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9" name="Text 40"/>
          <p:cNvSpPr txBox="1"/>
          <p:nvPr/>
        </p:nvSpPr>
        <p:spPr>
          <a:xfrm>
            <a:off x="9601200" y="6458407"/>
            <a:ext cx="3277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تقليل الأخطاء الصادرة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0" name="Text 41"/>
          <p:cNvSpPr txBox="1"/>
          <p:nvPr/>
        </p:nvSpPr>
        <p:spPr>
          <a:xfrm>
            <a:off x="9601200" y="74102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منع تطبيق اشتراط على نوع طلب لا يخصُّه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1" name="Text 42"/>
          <p:cNvSpPr txBox="1"/>
          <p:nvPr/>
        </p:nvSpPr>
        <p:spPr>
          <a:xfrm>
            <a:off x="9601200" y="7886700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قوالب موحَّدة لتقارير المراجعة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2" name="Text 43"/>
          <p:cNvSpPr txBox="1"/>
          <p:nvPr/>
        </p:nvSpPr>
        <p:spPr>
          <a:xfrm>
            <a:off x="9601200" y="8363102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سجل بصمات يُسهِّل المراجعة العكسية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3" name="Text 44"/>
          <p:cNvSpPr txBox="1"/>
          <p:nvPr/>
        </p:nvSpPr>
        <p:spPr>
          <a:xfrm>
            <a:off x="5632152" y="4742992"/>
            <a:ext cx="571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٠٣</a:t>
            </a:r>
            <a:endParaRPr lang="en-US" sz="2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4" name="Text 45"/>
          <p:cNvSpPr txBox="1"/>
          <p:nvPr/>
        </p:nvSpPr>
        <p:spPr>
          <a:xfrm>
            <a:off x="5410505" y="5333695"/>
            <a:ext cx="32772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مدير الإدارة</a:t>
            </a:r>
            <a:endParaRPr lang="en-US" sz="2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5" name="Text 46"/>
          <p:cNvSpPr txBox="1"/>
          <p:nvPr/>
        </p:nvSpPr>
        <p:spPr>
          <a:xfrm>
            <a:off x="5410505" y="5772607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MANAGER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6" name="Text 47"/>
          <p:cNvSpPr txBox="1"/>
          <p:nvPr/>
        </p:nvSpPr>
        <p:spPr>
          <a:xfrm>
            <a:off x="5410505" y="6248095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القيمة الرئيسية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7" name="Text 48"/>
          <p:cNvSpPr txBox="1"/>
          <p:nvPr/>
        </p:nvSpPr>
        <p:spPr>
          <a:xfrm>
            <a:off x="5410505" y="6458407"/>
            <a:ext cx="3277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متابعة الأداء والتحليل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8" name="Text 49"/>
          <p:cNvSpPr txBox="1"/>
          <p:nvPr/>
        </p:nvSpPr>
        <p:spPr>
          <a:xfrm>
            <a:off x="5410505" y="74102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متابعة تفصيل الطلبات على مستوى المدقِّق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9" name="Text 50"/>
          <p:cNvSpPr txBox="1"/>
          <p:nvPr/>
        </p:nvSpPr>
        <p:spPr>
          <a:xfrm>
            <a:off x="5410505" y="7886700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مقارنة أداء الموظفين بمؤشرات موضوعية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5410505" y="8363102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تحليلات تكشف الاختناقات والفُرص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1" name="Text 52"/>
          <p:cNvSpPr txBox="1"/>
          <p:nvPr/>
        </p:nvSpPr>
        <p:spPr>
          <a:xfrm>
            <a:off x="1428292" y="4771339"/>
            <a:ext cx="571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٠٤</a:t>
            </a:r>
            <a:endParaRPr lang="en-US" sz="2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2" name="Text 53"/>
          <p:cNvSpPr txBox="1"/>
          <p:nvPr/>
        </p:nvSpPr>
        <p:spPr>
          <a:xfrm>
            <a:off x="1218895" y="5333695"/>
            <a:ext cx="32772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الإدارة العليا</a:t>
            </a:r>
            <a:endParaRPr lang="en-US" sz="2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3" name="Text 54"/>
          <p:cNvSpPr txBox="1"/>
          <p:nvPr/>
        </p:nvSpPr>
        <p:spPr>
          <a:xfrm>
            <a:off x="1218895" y="5772607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EXECUTIVE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4" name="Text 55"/>
          <p:cNvSpPr txBox="1"/>
          <p:nvPr/>
        </p:nvSpPr>
        <p:spPr>
          <a:xfrm>
            <a:off x="1218895" y="6248095"/>
            <a:ext cx="3277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القيمة الرئيسية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5" name="Text 56"/>
          <p:cNvSpPr txBox="1"/>
          <p:nvPr/>
        </p:nvSpPr>
        <p:spPr>
          <a:xfrm>
            <a:off x="1218895" y="6458407"/>
            <a:ext cx="3277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قياس الأداء 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6" name="Text 57"/>
          <p:cNvSpPr txBox="1"/>
          <p:nvPr/>
        </p:nvSpPr>
        <p:spPr>
          <a:xfrm>
            <a:off x="1218895" y="7410298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تقليل الشكاوى عبر تجويد التدقيق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7" name="Text 58"/>
          <p:cNvSpPr txBox="1"/>
          <p:nvPr/>
        </p:nvSpPr>
        <p:spPr>
          <a:xfrm>
            <a:off x="1218895" y="7886700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استعراض النتائج بلوحة قيادة متكاملة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8" name="Text 59"/>
          <p:cNvSpPr txBox="1"/>
          <p:nvPr/>
        </p:nvSpPr>
        <p:spPr>
          <a:xfrm>
            <a:off x="1218895" y="8363102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قرارات مبنيَّة على بيانات لا على انطباع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3525805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34195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0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5" y="4190695"/>
            <a:ext cx="3810305" cy="1904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305" y="6476695"/>
            <a:ext cx="11259007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5" y="6476695"/>
            <a:ext cx="4972507" cy="2876702"/>
          </a:xfrm>
          <a:prstGeom prst="rect">
            <a:avLst/>
          </a:prstGeom>
          <a:solidFill>
            <a:srgbClr val="FAF8F2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1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2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696798" y="7524598"/>
            <a:ext cx="3372307" cy="1619402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19995" y="7524598"/>
            <a:ext cx="3372307" cy="1619402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44107" y="7524598"/>
            <a:ext cx="3372307" cy="1619402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0" y="7524598"/>
            <a:ext cx="2533802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0" y="8153705"/>
            <a:ext cx="2533802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43000" y="7524598"/>
            <a:ext cx="2000707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43000" y="8153705"/>
            <a:ext cx="2000707" cy="53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20" name="Image 2" descr="gen-dedup-1cbe01caf53ae3da225c023ff1f746f3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664939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gen-dedup-d1499a611d01ec05cddf313605f2245c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13754405" y="5715000"/>
            <a:ext cx="3353105" cy="91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6402507" y="5810098"/>
            <a:ext cx="705002" cy="190195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458700" y="4419295"/>
            <a:ext cx="457200" cy="4572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4" descr="gen-dedup-d1499a611d01ec05cddf313605f2245c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9562795" y="5715000"/>
            <a:ext cx="3353105" cy="914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2210898" y="5810098"/>
            <a:ext cx="705002" cy="190195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6800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gen-dedup-d1499a611d01ec05cddf313605f2245c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5372100" y="5715000"/>
            <a:ext cx="3353105" cy="914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020202" y="5810098"/>
            <a:ext cx="705002" cy="190195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076395" y="4419295"/>
            <a:ext cx="476402" cy="4764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32" name="Image 6" descr="gen-dedup-76f13de62a1643a34c7fd31cc439d781.png"/>
          <p:cNvPicPr>
            <a:picLocks noChangeAspect="1"/>
          </p:cNvPicPr>
          <p:nvPr/>
        </p:nvPicPr>
        <p:blipFill>
          <a:blip r:embed="rId7"/>
          <a:srcRect l="-2089" r="-2089"/>
          <a:stretch/>
        </p:blipFill>
        <p:spPr>
          <a:xfrm>
            <a:off x="1181405" y="5715000"/>
            <a:ext cx="3353105" cy="914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3829507" y="5810098"/>
            <a:ext cx="705002" cy="190195"/>
          </a:xfrm>
          <a:prstGeom prst="rect">
            <a:avLst/>
          </a:prstGeom>
          <a:solidFill>
            <a:srgbClr val="C9A96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gen-dedup-7d14bb20ecbef1f47b95e76f32a199e6.png"/>
          <p:cNvPicPr>
            <a:picLocks noChangeAspect="1"/>
          </p:cNvPicPr>
          <p:nvPr/>
        </p:nvPicPr>
        <p:blipFill>
          <a:blip r:embed="rId8"/>
          <a:srcRect l="-395" r="-395"/>
          <a:stretch/>
        </p:blipFill>
        <p:spPr>
          <a:xfrm>
            <a:off x="17030700" y="7524598"/>
            <a:ext cx="38405" cy="1619402"/>
          </a:xfrm>
          <a:prstGeom prst="rect">
            <a:avLst/>
          </a:prstGeom>
        </p:spPr>
      </p:pic>
      <p:pic>
        <p:nvPicPr>
          <p:cNvPr id="35" name="Image 8" descr="gen-dedup-2e364b3f5b1cfa039ac7367cb9e0885f.png"/>
          <p:cNvPicPr>
            <a:picLocks noChangeAspect="1"/>
          </p:cNvPicPr>
          <p:nvPr/>
        </p:nvPicPr>
        <p:blipFill>
          <a:blip r:embed="rId9"/>
          <a:srcRect l="-395" r="-395"/>
          <a:stretch/>
        </p:blipFill>
        <p:spPr>
          <a:xfrm>
            <a:off x="13353898" y="7524598"/>
            <a:ext cx="38405" cy="1619402"/>
          </a:xfrm>
          <a:prstGeom prst="rect">
            <a:avLst/>
          </a:prstGeom>
        </p:spPr>
      </p:pic>
      <p:pic>
        <p:nvPicPr>
          <p:cNvPr id="36" name="Image 9" descr="gen-dedup-fab80120429fed446079ec30cbbb8264.png"/>
          <p:cNvPicPr>
            <a:picLocks noChangeAspect="1"/>
          </p:cNvPicPr>
          <p:nvPr/>
        </p:nvPicPr>
        <p:blipFill>
          <a:blip r:embed="rId10"/>
          <a:srcRect l="-395" r="-395"/>
          <a:stretch/>
        </p:blipFill>
        <p:spPr>
          <a:xfrm>
            <a:off x="9677095" y="7524598"/>
            <a:ext cx="38405" cy="1619402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467198" y="7638898"/>
            <a:ext cx="57607" cy="286207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5467198" y="8268005"/>
            <a:ext cx="57607" cy="286207"/>
          </a:xfrm>
          <a:prstGeom prst="rect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2876702" y="7638898"/>
            <a:ext cx="57607" cy="286207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2876702" y="8268005"/>
            <a:ext cx="57607" cy="286207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10687507" y="263906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4" name="Text 30"/>
          <p:cNvSpPr txBox="1"/>
          <p:nvPr/>
        </p:nvSpPr>
        <p:spPr>
          <a:xfrm>
            <a:off x="10687507" y="530911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5" name="Text 31"/>
          <p:cNvSpPr txBox="1"/>
          <p:nvPr/>
        </p:nvSpPr>
        <p:spPr>
          <a:xfrm>
            <a:off x="1524305" y="1524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6" name="Text 32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لوحة مؤشرات الأداء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7" name="Text 33"/>
          <p:cNvSpPr txBox="1"/>
          <p:nvPr/>
        </p:nvSpPr>
        <p:spPr>
          <a:xfrm>
            <a:off x="5715000" y="2762860"/>
            <a:ext cx="111255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ثلاث عدسات )نظرة عامة 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- 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تحليل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–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تقارير</a:t>
            </a:r>
            <a:r>
              <a:rPr lang="ar-SA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)</a:t>
            </a: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 وأربعة فلاتر إدارية، لقياس أداء التدقيق ورصد رضى المستفيدين.</a:t>
            </a:r>
            <a:endParaRPr lang="en-US" sz="1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12382805" y="3504895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13754405" y="44192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إجمالي التدقيقات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0" name="Text 36"/>
          <p:cNvSpPr txBox="1"/>
          <p:nvPr/>
        </p:nvSpPr>
        <p:spPr>
          <a:xfrm>
            <a:off x="13754405" y="4724705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— —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1" name="Text 37"/>
          <p:cNvSpPr txBox="1"/>
          <p:nvPr/>
        </p:nvSpPr>
        <p:spPr>
          <a:xfrm>
            <a:off x="13754405" y="5467198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طلب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2" name="Text 38"/>
          <p:cNvSpPr txBox="1"/>
          <p:nvPr/>
        </p:nvSpPr>
        <p:spPr>
          <a:xfrm>
            <a:off x="16402507" y="5829300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▲ — 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3" name="Text 39"/>
          <p:cNvSpPr txBox="1"/>
          <p:nvPr/>
        </p:nvSpPr>
        <p:spPr>
          <a:xfrm>
            <a:off x="13754405" y="5829300"/>
            <a:ext cx="2572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مقارنةً بالشهر السابق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4" name="Text 40"/>
          <p:cNvSpPr txBox="1"/>
          <p:nvPr/>
        </p:nvSpPr>
        <p:spPr>
          <a:xfrm>
            <a:off x="9562795" y="44192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متوسط زمن التدقيق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5" name="Text 41"/>
          <p:cNvSpPr txBox="1"/>
          <p:nvPr/>
        </p:nvSpPr>
        <p:spPr>
          <a:xfrm>
            <a:off x="9562795" y="4724705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— —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6" name="Text 42"/>
          <p:cNvSpPr txBox="1"/>
          <p:nvPr/>
        </p:nvSpPr>
        <p:spPr>
          <a:xfrm>
            <a:off x="9562795" y="5467198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دقيقة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7" name="Text 43"/>
          <p:cNvSpPr txBox="1"/>
          <p:nvPr/>
        </p:nvSpPr>
        <p:spPr>
          <a:xfrm>
            <a:off x="12210898" y="5829300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▼ — 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8" name="Text 44"/>
          <p:cNvSpPr txBox="1"/>
          <p:nvPr/>
        </p:nvSpPr>
        <p:spPr>
          <a:xfrm>
            <a:off x="9562795" y="5829300"/>
            <a:ext cx="2572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تحسُّن في زمن الاستجابة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9" name="Text 45"/>
          <p:cNvSpPr txBox="1"/>
          <p:nvPr/>
        </p:nvSpPr>
        <p:spPr>
          <a:xfrm>
            <a:off x="5372100" y="44192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نسبة القبول من أول مرة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0" name="Text 46"/>
          <p:cNvSpPr txBox="1"/>
          <p:nvPr/>
        </p:nvSpPr>
        <p:spPr>
          <a:xfrm>
            <a:off x="5372100" y="4724705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— —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1" name="Text 47"/>
          <p:cNvSpPr txBox="1"/>
          <p:nvPr/>
        </p:nvSpPr>
        <p:spPr>
          <a:xfrm>
            <a:off x="5372100" y="5467198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2" name="Text 48"/>
          <p:cNvSpPr txBox="1"/>
          <p:nvPr/>
        </p:nvSpPr>
        <p:spPr>
          <a:xfrm>
            <a:off x="8020202" y="5829300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▲ — 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3" name="Text 49"/>
          <p:cNvSpPr txBox="1"/>
          <p:nvPr/>
        </p:nvSpPr>
        <p:spPr>
          <a:xfrm>
            <a:off x="5372100" y="5829300"/>
            <a:ext cx="2572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انخفاض في إعادة العمل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4" name="Text 50"/>
          <p:cNvSpPr txBox="1"/>
          <p:nvPr/>
        </p:nvSpPr>
        <p:spPr>
          <a:xfrm>
            <a:off x="1181405" y="44192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400" b="1" kern="0" spc="225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تحسين تجربة المستفيد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5" name="Text 51"/>
          <p:cNvSpPr txBox="1"/>
          <p:nvPr/>
        </p:nvSpPr>
        <p:spPr>
          <a:xfrm>
            <a:off x="1181405" y="4724705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— —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6" name="Text 52"/>
          <p:cNvSpPr txBox="1"/>
          <p:nvPr/>
        </p:nvSpPr>
        <p:spPr>
          <a:xfrm>
            <a:off x="1181405" y="5467198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/ ٥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7" name="Text 53"/>
          <p:cNvSpPr txBox="1"/>
          <p:nvPr/>
        </p:nvSpPr>
        <p:spPr>
          <a:xfrm>
            <a:off x="3829507" y="5829300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▲ — %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8" name="Text 54"/>
          <p:cNvSpPr txBox="1"/>
          <p:nvPr/>
        </p:nvSpPr>
        <p:spPr>
          <a:xfrm>
            <a:off x="1181405" y="5829300"/>
            <a:ext cx="2572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استبيان دوري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9" name="Text 55"/>
          <p:cNvSpPr txBox="1"/>
          <p:nvPr/>
        </p:nvSpPr>
        <p:spPr>
          <a:xfrm>
            <a:off x="6381598" y="670529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25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داخل اللوحة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0" name="Text 56"/>
          <p:cNvSpPr txBox="1"/>
          <p:nvPr/>
        </p:nvSpPr>
        <p:spPr>
          <a:xfrm>
            <a:off x="6381598" y="6953098"/>
            <a:ext cx="10668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ثلاث عدسات تكشف الأداء من كل زاوية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1" name="Text 57"/>
          <p:cNvSpPr txBox="1"/>
          <p:nvPr/>
        </p:nvSpPr>
        <p:spPr>
          <a:xfrm>
            <a:off x="13887907" y="7715707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نظرة عامة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2" name="Text 58"/>
          <p:cNvSpPr txBox="1"/>
          <p:nvPr/>
        </p:nvSpPr>
        <p:spPr>
          <a:xfrm>
            <a:off x="13887907" y="8058607"/>
            <a:ext cx="29910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إجماليات، اتجاهات، ومؤشرات صحية للوصول السريع لصورة الأداء.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3" name="Text 59"/>
          <p:cNvSpPr txBox="1"/>
          <p:nvPr/>
        </p:nvSpPr>
        <p:spPr>
          <a:xfrm>
            <a:off x="10211105" y="7715707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تحليل تفصيلي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4" name="Text 60"/>
          <p:cNvSpPr txBox="1"/>
          <p:nvPr/>
        </p:nvSpPr>
        <p:spPr>
          <a:xfrm>
            <a:off x="10211105" y="8058607"/>
            <a:ext cx="29910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تفكيك حسب المدقِّق، نوع الطلب، التصنيف، والكود — يكشف الاختناقات.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5" name="Text 61"/>
          <p:cNvSpPr txBox="1"/>
          <p:nvPr/>
        </p:nvSpPr>
        <p:spPr>
          <a:xfrm>
            <a:off x="6534302" y="7715707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تقارير قابلة للتصدير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6" name="Text 62"/>
          <p:cNvSpPr txBox="1"/>
          <p:nvPr/>
        </p:nvSpPr>
        <p:spPr>
          <a:xfrm>
            <a:off x="6534302" y="8058607"/>
            <a:ext cx="29910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تقارير دورية وفورية بصيغ قابلة للمشاركة مع الجهات المعنية.</a:t>
            </a:r>
            <a:endParaRPr lang="en-US" sz="1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7" name="Text 63"/>
          <p:cNvSpPr txBox="1"/>
          <p:nvPr/>
        </p:nvSpPr>
        <p:spPr>
          <a:xfrm>
            <a:off x="1218895" y="6705295"/>
            <a:ext cx="4496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أربعة فلاتر إدارية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8" name="Text 64"/>
          <p:cNvSpPr txBox="1"/>
          <p:nvPr/>
        </p:nvSpPr>
        <p:spPr>
          <a:xfrm>
            <a:off x="1218895" y="6953098"/>
            <a:ext cx="44961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قطاعات تحليل البيانات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9" name="Text 65"/>
          <p:cNvSpPr txBox="1"/>
          <p:nvPr/>
        </p:nvSpPr>
        <p:spPr>
          <a:xfrm>
            <a:off x="3390595" y="7619695"/>
            <a:ext cx="2019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١</a:t>
            </a: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0" name="Text 66"/>
          <p:cNvSpPr txBox="1"/>
          <p:nvPr/>
        </p:nvSpPr>
        <p:spPr>
          <a:xfrm>
            <a:off x="3390595" y="7791602"/>
            <a:ext cx="2019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نوع الطلب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1" name="Text 67"/>
          <p:cNvSpPr txBox="1"/>
          <p:nvPr/>
        </p:nvSpPr>
        <p:spPr>
          <a:xfrm>
            <a:off x="3390595" y="8248802"/>
            <a:ext cx="2019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٢</a:t>
            </a: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2" name="Text 68"/>
          <p:cNvSpPr txBox="1"/>
          <p:nvPr/>
        </p:nvSpPr>
        <p:spPr>
          <a:xfrm>
            <a:off x="3390595" y="8419795"/>
            <a:ext cx="2019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التصنيف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3" name="Text 69"/>
          <p:cNvSpPr txBox="1"/>
          <p:nvPr/>
        </p:nvSpPr>
        <p:spPr>
          <a:xfrm>
            <a:off x="1333195" y="761969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٣</a:t>
            </a: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4" name="Text 70"/>
          <p:cNvSpPr txBox="1"/>
          <p:nvPr/>
        </p:nvSpPr>
        <p:spPr>
          <a:xfrm>
            <a:off x="1333195" y="7791602"/>
            <a:ext cx="14859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نوع الكود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5" name="Text 71"/>
          <p:cNvSpPr txBox="1"/>
          <p:nvPr/>
        </p:nvSpPr>
        <p:spPr>
          <a:xfrm>
            <a:off x="1333195" y="8248802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86" name="Text 72"/>
          <p:cNvSpPr txBox="1"/>
          <p:nvPr/>
        </p:nvSpPr>
        <p:spPr>
          <a:xfrm>
            <a:off x="1333195" y="8419795"/>
            <a:ext cx="14859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نوع المشروع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7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8" name="Image 2" descr="gen-dedup-9d35459d33da79f5caaf3e739e2f6063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1904695" y="5715000"/>
            <a:ext cx="15240305" cy="19202"/>
          </a:xfrm>
          <a:prstGeom prst="rect">
            <a:avLst/>
          </a:prstGeom>
        </p:spPr>
      </p:pic>
      <p:pic>
        <p:nvPicPr>
          <p:cNvPr id="9" name="Image 3" descr="gen-dedup-1cbe01caf53ae3da225c023ff1f746f3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2382805" y="4381805"/>
            <a:ext cx="3829507" cy="286207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8572500" y="4381805"/>
            <a:ext cx="3829507" cy="286207"/>
          </a:xfrm>
          <a:prstGeom prst="rect">
            <a:avLst/>
          </a:prstGeom>
          <a:solidFill>
            <a:srgbClr val="EFF8FF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4762195" y="4381805"/>
            <a:ext cx="3829507" cy="286207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952805" y="4381805"/>
            <a:ext cx="3829507" cy="286207"/>
          </a:xfrm>
          <a:prstGeom prst="rect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14144854" y="5581498"/>
            <a:ext cx="362102" cy="362102"/>
          </a:xfrm>
          <a:prstGeom prst="ellipse">
            <a:avLst/>
          </a:prstGeom>
          <a:solidFill>
            <a:srgbClr val="006C3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10334549" y="5581498"/>
            <a:ext cx="362102" cy="362102"/>
          </a:xfrm>
          <a:prstGeom prst="ellipse">
            <a:avLst/>
          </a:prstGeom>
          <a:solidFill>
            <a:srgbClr val="0E8044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6524244" y="5581498"/>
            <a:ext cx="362102" cy="362102"/>
          </a:xfrm>
          <a:prstGeom prst="ellipse">
            <a:avLst/>
          </a:prstGeom>
          <a:solidFill>
            <a:srgbClr val="C9A96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2714854" y="5581498"/>
            <a:ext cx="362102" cy="362102"/>
          </a:xfrm>
          <a:prstGeom prst="ellipse">
            <a:avLst/>
          </a:prstGeom>
          <a:solidFill>
            <a:srgbClr val="0B254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10648187" y="218540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10648187" y="485545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1524305" y="1524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خارطة طريق التطوير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3514496" y="2625312"/>
            <a:ext cx="13335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تطوير تدريجي عبر أربع مراحل — من نسخة تعمل اليوم، إلى تكامل ذكي مع منظومة الأمانة.</a:t>
            </a:r>
            <a:endParaRPr lang="en-US" sz="1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12382805" y="4438498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067647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منجَز · v17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12382805" y="4819802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5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المرحلة ٠١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12382805" y="5048402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النسخة الحالية</a:t>
            </a:r>
            <a:endParaRPr lang="en-US" sz="1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12673554" y="6191402"/>
            <a:ext cx="3248008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أربع وحدات تعمل محليًّا داخل المتصفح، نسخ احتياطية يدوية، وفلاتر ديناميكية ربطت الاشتراطات بأنواع المشاريع.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8572500" y="4438498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175CD3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قيد التخطيط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8572500" y="4819802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5" dirty="0">
                <a:solidFill>
                  <a:srgbClr val="0E8044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المرحلة ٠٢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8572500" y="5048402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قاعدة بيانات مركزية</a:t>
            </a:r>
            <a:endParaRPr lang="en-US" sz="1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8925198" y="6191401"/>
            <a:ext cx="3180803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ترحيل البيانات إلى خادم آمن داخل البنية التحتية للأمانة، صلاحيات مُحكَمة لكل دور، ونسخ احتياطية مجدولة.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4762195" y="4438498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مقترَح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4762195" y="4819802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المرحلة ٠٣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4762195" y="5048402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التكامل البَلَدي</a:t>
            </a:r>
            <a:endParaRPr lang="en-US" sz="1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5114894" y="6191402"/>
            <a:ext cx="318080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ربط النظام بمنصات إصدار الرخص الرسمية، وقراءة بيانات الطلب آليًّا لتوفير الإدخال اليدوي وضمان الاتساق.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952805" y="4438498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رؤية بعيدة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952805" y="4819802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5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المرحلة ٠٤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952805" y="5048402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المساعد الذكي</a:t>
            </a:r>
            <a:endParaRPr lang="en-US" sz="18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1" name="Text 32"/>
          <p:cNvSpPr txBox="1"/>
          <p:nvPr/>
        </p:nvSpPr>
        <p:spPr>
          <a:xfrm>
            <a:off x="1195708" y="6221277"/>
            <a:ext cx="3400394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اقتراحات ذكية للمدقِّق على المخطط، اكتشاف الأنماط، وتنبيه المشرف بالحالات الشاذة قبل صدورها.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2" name="Text 33"/>
          <p:cNvSpPr txBox="1"/>
          <p:nvPr/>
        </p:nvSpPr>
        <p:spPr>
          <a:xfrm>
            <a:off x="14287500" y="910559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4" name="Text 35"/>
          <p:cNvSpPr txBox="1"/>
          <p:nvPr/>
        </p:nvSpPr>
        <p:spPr>
          <a:xfrm>
            <a:off x="1143000" y="9201607"/>
            <a:ext cx="3238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1811305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1598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296" y="4219498"/>
            <a:ext cx="5238598" cy="40005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0c4a513bf99fb9f9448f1453bd3f135c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0" name="Image 1" descr="gen-dedup-ce31f2e7a787389ac12ea4f43388e927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11305" y="4190695"/>
            <a:ext cx="5238598" cy="1047902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81598" y="4190695"/>
            <a:ext cx="5238598" cy="1047902"/>
          </a:xfrm>
          <a:prstGeom prst="rect">
            <a:avLst/>
          </a:prstGeom>
          <a:solidFill>
            <a:srgbClr val="F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gen-dedup-1cbe01caf53ae3da225c023ff1f746f3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573500" y="5524805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6573500" y="6096305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6573500" y="6667805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6573500" y="7239305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144707" y="552480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1144707" y="609630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1144707" y="666780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144707" y="723930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715000" y="552480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715000" y="609630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15000" y="666780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15000" y="723930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0610697" y="356330"/>
            <a:ext cx="6667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10610697" y="623335"/>
            <a:ext cx="6667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1524305" y="1524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1524305" y="1904695"/>
            <a:ext cx="15240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kern="0" spc="-37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النشر والتدريب والدعم</a:t>
            </a:r>
            <a:endParaRPr lang="en-US" sz="4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3391052" y="2781605"/>
            <a:ext cx="13335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خطة تمكين متدرِّجة تضمن انتقالًا سلسًا للفِرق، وتُحوِّل النظام إلى ممارسة يومية لا مجرد أداة.</a:t>
            </a:r>
            <a:endParaRPr lang="en-US" sz="17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12915900" y="4533595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النشر</a:t>
            </a:r>
            <a:endParaRPr lang="en-US" sz="2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13066682" y="4934102"/>
            <a:ext cx="25165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PUBLISHING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16573500" y="5562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١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2077395" y="5524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إطلاق تجريبي على فريق محدود من المدققين لمدة أسبوعين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3" name="Text 35"/>
          <p:cNvSpPr txBox="1"/>
          <p:nvPr/>
        </p:nvSpPr>
        <p:spPr>
          <a:xfrm>
            <a:off x="16573500" y="6133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٢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4" name="Text 36"/>
          <p:cNvSpPr txBox="1"/>
          <p:nvPr/>
        </p:nvSpPr>
        <p:spPr>
          <a:xfrm>
            <a:off x="12077395" y="6096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جمع ملاحظات الاستخدام وتعديل الاشتراطات والمرفقات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16573500" y="6705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٣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12077395" y="6667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تعميم رسمي على جميع مدقِّقي قطاع غرب الرياض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7" name="Text 39"/>
          <p:cNvSpPr txBox="1"/>
          <p:nvPr/>
        </p:nvSpPr>
        <p:spPr>
          <a:xfrm>
            <a:off x="16573500" y="7276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C3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48" name="Text 40"/>
          <p:cNvSpPr txBox="1"/>
          <p:nvPr/>
        </p:nvSpPr>
        <p:spPr>
          <a:xfrm>
            <a:off x="12077395" y="7239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إصدار سياسة استخدام معتمَدة من الإدارة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7487107" y="4533595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التدريب</a:t>
            </a:r>
            <a:endParaRPr lang="en-US" sz="2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1" name="Text 43"/>
          <p:cNvSpPr txBox="1"/>
          <p:nvPr/>
        </p:nvSpPr>
        <p:spPr>
          <a:xfrm>
            <a:off x="7487107" y="4934102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6B7A90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TRAINING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2" name="Text 44"/>
          <p:cNvSpPr txBox="1"/>
          <p:nvPr/>
        </p:nvSpPr>
        <p:spPr>
          <a:xfrm>
            <a:off x="11144707" y="5562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١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6648602" y="5524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ورشة عمل تأسيسية للمدققين </a:t>
            </a:r>
            <a:r>
              <a:rPr lang="ar-SA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(</a:t>
            </a: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ساعتان عمليتان</a:t>
            </a:r>
            <a:r>
              <a:rPr lang="ar-SA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)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11144707" y="6133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٢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6648602" y="6096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جلسة موجَّهة للمشرفين على المراجعة والمتابعة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6" name="Text 48"/>
          <p:cNvSpPr txBox="1"/>
          <p:nvPr/>
        </p:nvSpPr>
        <p:spPr>
          <a:xfrm>
            <a:off x="11144707" y="6705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٣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6648602" y="6667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جلسة قراءة لوحة KPIsمخصَّصة للإدارة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11144707" y="7276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4708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59" name="Text 51"/>
          <p:cNvSpPr txBox="1"/>
          <p:nvPr/>
        </p:nvSpPr>
        <p:spPr>
          <a:xfrm>
            <a:off x="6648602" y="7239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3D4F6B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دليل مستخدم مصور، ومقاطع تدريب قصيرة قابلة للرجوع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2057400" y="4533595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الدعم المستمر</a:t>
            </a:r>
            <a:endParaRPr lang="en-US" sz="22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2057400" y="4934102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50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SUPPORT</a:t>
            </a:r>
            <a:endParaRPr lang="en-US" sz="14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3" name="Text 55"/>
          <p:cNvSpPr txBox="1"/>
          <p:nvPr/>
        </p:nvSpPr>
        <p:spPr>
          <a:xfrm>
            <a:off x="5715000" y="5562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١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4" name="Text 56"/>
          <p:cNvSpPr txBox="1"/>
          <p:nvPr/>
        </p:nvSpPr>
        <p:spPr>
          <a:xfrm>
            <a:off x="1218895" y="5524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قناة دعم داخلية مخصصة لاستفسارات النظام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5" name="Text 57"/>
          <p:cNvSpPr txBox="1"/>
          <p:nvPr/>
        </p:nvSpPr>
        <p:spPr>
          <a:xfrm>
            <a:off x="5715000" y="6133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٢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6" name="Text 58"/>
          <p:cNvSpPr txBox="1"/>
          <p:nvPr/>
        </p:nvSpPr>
        <p:spPr>
          <a:xfrm>
            <a:off x="1218895" y="6096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مراجعة دورية للاشتراطات بحسب تحديث الأنظمة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7" name="Text 59"/>
          <p:cNvSpPr txBox="1"/>
          <p:nvPr/>
        </p:nvSpPr>
        <p:spPr>
          <a:xfrm>
            <a:off x="5715000" y="67052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٣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8" name="Text 60"/>
          <p:cNvSpPr txBox="1"/>
          <p:nvPr/>
        </p:nvSpPr>
        <p:spPr>
          <a:xfrm>
            <a:off x="1218895" y="66678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نُسخ احتياطية مجدولة وخطة استرجاع موثَّقة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69" name="Text 61"/>
          <p:cNvSpPr txBox="1"/>
          <p:nvPr/>
        </p:nvSpPr>
        <p:spPr>
          <a:xfrm>
            <a:off x="5715000" y="7276795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٤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0" name="Text 62"/>
          <p:cNvSpPr txBox="1"/>
          <p:nvPr/>
        </p:nvSpPr>
        <p:spPr>
          <a:xfrm>
            <a:off x="1218895" y="7239305"/>
            <a:ext cx="43251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تطوير مستمر بناءً على مؤشرات الأداء والملاحظات</a:t>
            </a:r>
            <a:endParaRPr lang="en-US" sz="13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1" name="Text 63"/>
          <p:cNvSpPr txBox="1"/>
          <p:nvPr/>
        </p:nvSpPr>
        <p:spPr>
          <a:xfrm>
            <a:off x="13868705" y="9105595"/>
            <a:ext cx="2171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73" name="Text 65"/>
          <p:cNvSpPr txBox="1"/>
          <p:nvPr/>
        </p:nvSpPr>
        <p:spPr>
          <a:xfrm>
            <a:off x="1143000" y="9201607"/>
            <a:ext cx="2286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23b2ccd97c5ae4d3ecdd01c1b9e103a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b0e1c193d9fce5648b9ef450b53a9086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6" name="Image 2" descr="gen-dedup-b0e1c193d9fce5648b9ef450b53a9086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10211105"/>
            <a:ext cx="18288000" cy="75895"/>
          </a:xfrm>
          <a:prstGeom prst="rect">
            <a:avLst/>
          </a:prstGeom>
        </p:spPr>
      </p:pic>
      <p:pic>
        <p:nvPicPr>
          <p:cNvPr id="7" name="Image 3" descr="gen-dedup-633d5af14a626a3019703cf3889d8b47.png"/>
          <p:cNvPicPr>
            <a:picLocks noChangeAspect="1"/>
          </p:cNvPicPr>
          <p:nvPr/>
        </p:nvPicPr>
        <p:blipFill>
          <a:blip r:embed="rId5"/>
          <a:srcRect l="-415" r="-415"/>
          <a:stretch/>
        </p:blipFill>
        <p:spPr>
          <a:xfrm>
            <a:off x="8382305" y="6286500"/>
            <a:ext cx="1524305" cy="28346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047695" y="7810805"/>
            <a:ext cx="12210898" cy="192389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C9A961">
                <a:alpha val="40000"/>
              </a:srgbClr>
            </a:solidFill>
            <a:prstDash val="solid"/>
          </a:ln>
        </p:spPr>
      </p:sp>
      <p:pic>
        <p:nvPicPr>
          <p:cNvPr id="9" name="Image 4" descr="gen-dedup-2ed3521c3b45b6f34c2a357c451dcf1c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9134856" y="8458200"/>
            <a:ext cx="19202" cy="952805"/>
          </a:xfrm>
          <a:prstGeom prst="rect">
            <a:avLst/>
          </a:prstGeom>
        </p:spPr>
      </p:pic>
      <p:pic>
        <p:nvPicPr>
          <p:cNvPr id="11" name="Image 5" descr="gen-dedup-75fa48a072b30937ad15251c707a88b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34095" y="1295705"/>
            <a:ext cx="1218895" cy="121889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3429000" y="2933395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kern="0" spc="300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أمانة منطقة الرياض · قطاع غرب الرياض</a:t>
            </a:r>
            <a:endParaRPr lang="en-US" sz="16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3" name="Text 5"/>
          <p:cNvSpPr txBox="1"/>
          <p:nvPr/>
        </p:nvSpPr>
        <p:spPr>
          <a:xfrm>
            <a:off x="3429000" y="333390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kern="0" spc="300" dirty="0">
                <a:solidFill>
                  <a:srgbClr val="FFFFFF">
                    <a:alpha val="55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RIYADH REGION MUNICIPALITY · WEST SECTOR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4" name="Text 6"/>
          <p:cNvSpPr txBox="1"/>
          <p:nvPr/>
        </p:nvSpPr>
        <p:spPr>
          <a:xfrm>
            <a:off x="1524305" y="3905402"/>
            <a:ext cx="15240305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kern="0" spc="-300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شكــرًا لكم</a:t>
            </a:r>
            <a:endParaRPr lang="en-US" sz="10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5" name="Text 7"/>
          <p:cNvSpPr txBox="1"/>
          <p:nvPr/>
        </p:nvSpPr>
        <p:spPr>
          <a:xfrm>
            <a:off x="3429000" y="6572707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16" name="Text 8"/>
          <p:cNvSpPr txBox="1"/>
          <p:nvPr/>
        </p:nvSpPr>
        <p:spPr>
          <a:xfrm>
            <a:off x="3047695" y="8020202"/>
            <a:ext cx="1219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75" dirty="0">
                <a:solidFill>
                  <a:srgbClr val="C9A961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— الإعداد —</a:t>
            </a: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9430207" y="8591702"/>
            <a:ext cx="5524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25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فكرة وإعداد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8" name="Text 10"/>
          <p:cNvSpPr txBox="1"/>
          <p:nvPr/>
        </p:nvSpPr>
        <p:spPr>
          <a:xfrm>
            <a:off x="9430207" y="8934602"/>
            <a:ext cx="5524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المهندس / أحمد محمد الحمندي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3333902" y="8591702"/>
            <a:ext cx="5524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25" dirty="0">
                <a:solidFill>
                  <a:srgbClr val="E0C892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مساعد الإعداد</a:t>
            </a:r>
            <a:endParaRPr lang="en-US" sz="10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0" name="Text 12"/>
          <p:cNvSpPr txBox="1"/>
          <p:nvPr/>
        </p:nvSpPr>
        <p:spPr>
          <a:xfrm>
            <a:off x="3333902" y="8934602"/>
            <a:ext cx="5524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عبدالله علي نافع</a:t>
            </a:r>
            <a:endParaRPr lang="en-US" sz="21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3429000" y="9887407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>
                    <a:alpha val="50000"/>
                  </a:srgbClr>
                </a:solidFill>
                <a:latin typeface="Bahij TheSansArabic Plain" panose="02040503050201020203" pitchFamily="18" charset="-78"/>
                <a:ea typeface="Tahoma" pitchFamily="34" charset="-122"/>
                <a:cs typeface="Bahij TheSansArabic Plain" panose="02040503050201020203" pitchFamily="18" charset="-78"/>
              </a:rPr>
              <a:t>إدارة رخص البناء · v17 · ١٤٤٧هـ</a:t>
            </a:r>
            <a:endParaRPr lang="en-US" sz="900" dirty="0">
              <a:latin typeface="Bahij TheSansArabic Plain" panose="02040503050201020203" pitchFamily="18" charset="-78"/>
              <a:cs typeface="Bahij TheSansArabic Plain" panose="02040503050201020203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997</Words>
  <Application>Microsoft Office PowerPoint</Application>
  <PresentationFormat>مخصص</PresentationFormat>
  <Paragraphs>212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4" baseType="lpstr">
      <vt:lpstr>Arial</vt:lpstr>
      <vt:lpstr>Bahij TheSansArabic ExtraBold</vt:lpstr>
      <vt:lpstr>Bahij TheSansArabic Plain</vt:lpstr>
      <vt:lpstr>Calibri</vt:lpstr>
      <vt:lpstr>Tahoma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عبدالله علي عيسى نافع</cp:lastModifiedBy>
  <cp:revision>8</cp:revision>
  <dcterms:created xsi:type="dcterms:W3CDTF">2026-05-21T09:36:52Z</dcterms:created>
  <dcterms:modified xsi:type="dcterms:W3CDTF">2026-05-21T11:09:34Z</dcterms:modified>
</cp:coreProperties>
</file>